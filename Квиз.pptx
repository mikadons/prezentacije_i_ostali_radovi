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3" r:id="rId6"/>
    <p:sldId id="262" r:id="rId7"/>
    <p:sldId id="261" r:id="rId8"/>
    <p:sldId id="260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96AC5-9CEC-C7BA-729D-91D843E4F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48AAB5-383A-7F42-31F9-E87476442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BA58B-BDBF-9629-D18F-ACADD688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43B06D-F0CD-5259-5383-32EA7C50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B4D3D3-3292-6E4F-7579-2FCD0412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7521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CA5E6-CF29-FA3A-F9DE-A2FF993F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5C88A-1985-188B-D095-C1C30CEB1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64E235-E613-1131-62D3-56E35BD5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64B062-AF5F-AE2E-4EA5-D6894238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BD0181-06FB-1010-5D0F-66675CBD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2851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B11D5-4770-4EA9-C50A-62DC43D1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CB30F5-EBE8-08DF-5B86-D2BA4E820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1641A7-9EB7-466A-E228-A96EEC18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FBE90-06A7-2A81-90CE-2DEB1649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598ED-1FCB-57A0-4735-44E3F426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4891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6D2DC-C958-368D-99C6-B70B81E7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F8F6E-C616-CFB6-DE19-2715AF08D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18C6E5-8185-7A53-19C2-2DDE42691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7FC31F-A1F6-067F-109B-6A05E83A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5283D0-C7D8-CE34-5B7F-1609B4A3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409B40-6523-0793-33F6-72B798C2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3565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51B2E-1500-C283-8543-BA36FC11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AF9999-8B30-284B-B863-4A0E16C54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BC8C87-396A-287D-D1C2-3EE36E1DE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95934E-CAC1-77FF-4DA3-A2D1DB844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A02E75-B25A-0576-ECC5-3610031D5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99920B-4A93-8836-C285-766A8689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BF96F9-9559-431F-1026-5F6175FC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034AA2-4E96-B1DC-50F3-F909520B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0020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3CB18-029E-E7A5-B256-4DCFD610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72E16C-1BDE-8860-45B5-147E2B38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2F5F2B-DBE7-FD1A-CDBC-BABFEADC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74DF3A-890D-807C-6BB0-952CCB67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02994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38B182-0C24-50A8-B7DD-AF1FA13BC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938E758-6C6F-B70A-6135-3520B0C3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937BAA-C4F8-6260-C1F9-7FD6334C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4174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267CE-49BD-A369-C287-71CCF1CA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6804B-1264-AB5E-A6A5-E56978303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CFE715-35A5-4A74-4638-95E47BEB7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6C00BF-9480-29AA-346D-67BA1C19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690674-20CD-D260-69CC-46639D26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E9FD78-7CE0-DA35-D162-1809BFB4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3656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77EC7-FB4B-D77C-4811-8F02DDD4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D4BA1D-5D85-E2F7-E6E4-B2A0779D8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4D4A5A-3223-19F7-13B5-D7D7F327B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D0CABC-258A-7E64-0098-219C0E8F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D24F87-8BC5-1FDF-52A8-C089DA25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7DA027-7B79-BFEB-3879-C8FC104F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5946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44644-0415-252B-CD84-F2A43B11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2659B7-AB14-7515-F1F6-6F757A1D0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52F28F-8DAD-6416-B79C-3CE91FDC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0A1EB4-1383-FE47-BC72-8BDF5BDC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26C0A-F9EF-923E-0207-3D57E1FB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7917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40E081F-6596-A0EE-8A3C-011528753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9A4DD6-349F-E6F9-998E-7C742E6AA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A1913F-4FE4-30E9-1757-29BC7BF5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C4413-68A3-B195-8006-AD446F46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F85D15-DC38-DD31-731B-BF4B8948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1312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9E886-C889-53E1-954C-A41D936D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1605B5-AFFA-E01A-FA69-EBC553651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2C322-56F0-CA90-D9F9-69C3C3DB7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A0CD8-99CA-43BD-B76E-31CD672B8A3B}" type="datetimeFigureOut">
              <a:rPr lang="sr-Latn-RS" smtClean="0"/>
              <a:t>25.2.2026.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888E9D-EC72-6382-9903-F95307F69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6CC82-12E7-56AB-93D5-17FEEB93A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D2731-CBCE-463A-B67B-A1EF4CC011F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64138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ublicdomainpictures.net/ru/view-image.php?image=278225&amp;picture=-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5F9C6-E649-793B-318A-F8A55EE5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1232"/>
            <a:ext cx="12192000" cy="4189862"/>
          </a:xfrm>
        </p:spPr>
        <p:txBody>
          <a:bodyPr/>
          <a:lstStyle/>
          <a:p>
            <a:r>
              <a:rPr lang="en-US" sz="9600" b="1" dirty="0" err="1"/>
              <a:t>Kviz</a:t>
            </a:r>
            <a:endParaRPr lang="sr-Latn-RS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CAE660-6967-020A-EC86-A0A9232FA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7727" y1="79091" x2="47727" y2="790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988599" y="1413953"/>
            <a:ext cx="4030094" cy="403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6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67 0 L -0.38424 0 L -0.38424 0 L -0.39883 -0.04074 C -0.40026 -0.04468 -0.40169 -0.04815 -0.40299 -0.05185 C -0.40443 -0.05556 -0.40508 -0.06088 -0.40716 -0.06296 C -0.41549 -0.07176 -0.42292 -0.08449 -0.43216 -0.08889 C -0.43984 -0.09259 -0.44739 -0.09745 -0.45508 -0.1 C -0.46002 -0.10185 -0.49388 -0.10694 -0.49674 -0.10741 C -0.51549 -0.10255 -0.5345 -0.1 -0.55299 -0.09259 C -0.55976 -0.09005 -0.56549 -0.08241 -0.57174 -0.07778 C -0.57799 -0.07361 -0.58424 -0.07037 -0.59049 -0.06667 C -0.59114 -0.06597 -0.60508 -0.04907 -0.60508 -0.04074 C -0.60508 -0.00764 -0.60403 0.00671 -0.59466 0.02963 C -0.59153 0.03727 -0.58867 0.04606 -0.58424 0.05185 C -0.58164 0.05509 -0.56784 0.06088 -0.56341 0.06296 C -0.55234 0.06042 -0.54075 0.06181 -0.53008 0.05556 C -0.52721 0.0537 -0.52708 0.04583 -0.52591 0.04074 C -0.51367 -0.01389 -0.53242 0.05625 -0.51341 -0.01111 C -0.51107 -0.04491 -0.50872 -0.05139 -0.51758 -0.08889 C -0.51875 -0.09398 -0.53542 -0.12616 -0.53841 -0.12963 C -0.54492 -0.1375 -0.55286 -0.14051 -0.55937 -0.14815 C -0.58034 -0.17315 -0.56523 -0.15972 -0.59883 -0.17037 C -0.67265 -0.19398 -0.6306 -0.18403 -0.66966 -0.19259 C -0.68776 -0.19028 -0.70599 -0.18981 -0.72396 -0.18519 C -0.7414 -0.18079 -0.74349 -0.17199 -0.75716 -0.15556 C -0.76263 -0.14931 -0.76888 -0.14468 -0.77383 -0.13704 C -0.77877 -0.12963 -0.78229 -0.12014 -0.78633 -0.11111 C -0.79245 -0.09815 -0.79401 -0.09468 -0.79687 -0.07778 C -0.79844 -0.06806 -0.80026 -0.04167 -0.80091 -0.03333 C -0.79752 -0.02106 -0.79531 -0.00741 -0.79049 0.0037 C -0.78815 0.00926 -0.78385 0.01181 -0.78008 0.01481 C -0.76588 0.02616 -0.76042 0.02245 -0.74258 0.02593 C -0.73776 0.02662 -0.73294 0.02824 -0.72799 0.02963 C -0.71901 0.02708 -0.7095 0.02801 -0.70091 0.02222 C -0.69401 0.01736 -0.68789 -0.0044 -0.68424 -0.01481 C -0.68294 -0.03102 -0.67969 -0.04676 -0.68008 -0.06296 C -0.68034 -0.0713 -0.68463 -0.07755 -0.68633 -0.08519 C -0.69075 -0.10417 -0.68906 -0.1125 -0.69883 -0.12593 C -0.70456 -0.1338 -0.71107 -0.13958 -0.71758 -0.14444 C -0.73411 -0.15741 -0.75599 -0.16898 -0.77383 -0.17407 C -0.78216 -0.17662 -0.79049 -0.17662 -0.79883 -0.17778 C -0.81836 -0.17546 -0.83815 -0.17801 -0.85716 -0.17037 C -0.86667 -0.16667 -0.87344 -0.15162 -0.88216 -0.14444 C -0.88984 -0.13843 -0.89765 -0.13287 -0.90508 -0.12593 C -0.91797 -0.11412 -0.92617 -0.10486 -0.93633 -0.08889 C -0.9401 -0.08333 -0.94674 -0.0706 -0.94883 -0.06296 C -0.95156 -0.0537 -0.95299 -0.04329 -0.95508 -0.03333 C -0.95377 -0.01366 -0.95716 0.00926 -0.95091 0.02593 C -0.93841 0.05949 -0.92226 0.05347 -0.90508 0.05926 C -0.85364 0.07639 -0.91992 0.05856 -0.87383 0.07037 C -0.86419 0.06528 -0.85273 0.06644 -0.84466 0.05556 C -0.83685 0.04444 -0.83542 0.00509 -0.83424 -0.01111 C -0.83568 -0.02963 -0.83463 -0.04954 -0.83841 -0.06667 C -0.84049 -0.07569 -0.84661 -0.07963 -0.85091 -0.08519 C -0.86159 -0.09884 -0.87018 -0.10741 -0.88216 -0.11481 C -0.88906 -0.11921 -0.89596 -0.12361 -0.90299 -0.12593 C -0.90989 -0.12847 -0.91693 -0.12847 -0.92383 -0.12963 C -0.93711 -0.12847 -0.95039 -0.12847 -0.96341 -0.12593 C -0.97057 -0.12477 -0.97734 -0.1206 -0.98424 -0.11852 C -1.00703 -0.11227 -1.03242 -0.1081 -1.05508 -0.1037 C -1.05794 -0.10255 -1.06107 -0.10278 -1.06341 -0.1 C -1.0668 -0.09653 -1.06862 -0.08958 -1.07174 -0.08519 C -1.07435 -0.08194 -1.07734 -0.08032 -1.08008 -0.07778 C -1.08216 -0.07037 -1.08424 -0.06296 -1.08633 -0.05556 C -1.08906 -0.04699 -1.09232 -0.03889 -1.09466 -0.02963 C -1.09661 -0.02269 -1.09752 -0.01481 -1.09883 -0.00741 C -1.09752 -0.00139 -1.09792 0.00741 -1.09466 0.01111 C -1.08932 0.01713 -1.08216 0.01528 -1.07591 0.01852 C -1.07031 0.0213 -1.06484 0.02593 -1.05924 0.02963 C -1.02122 0.02454 -1.00729 0.04907 -0.99466 0 C -0.99323 -0.00579 -0.99336 -0.0125 -0.99258 -0.01852 C -0.99609 -0.04421 -0.99232 -0.09861 -1.01341 -0.10741 C -1.02161 -0.11088 -1.03008 -0.10995 -1.03841 -0.11111 C -1.17018 -0.0956 -1.11198 -0.14676 -1.13633 -0.08889 C -1.13906 -0.08264 -1.1418 -0.07639 -1.14466 -0.07037 C -1.14805 -0.06389 -1.15169 -0.0581 -1.15508 -0.05185 C -1.16042 -0.00556 -1.15273 -0.06273 -1.16354 -0.01481 C -1.16484 -0.00903 -1.16484 -0.00255 -1.16549 0.0037 C -1.16614 0.00856 -1.16693 0.01343 -1.16758 0.01852 C -1.16549 0.03194 -1.16627 0.04792 -1.16133 0.05926 C -1.15833 0.0662 -1.15182 0.0669 -1.14674 0.06667 C -1.13138 0.06551 -1.11627 0.05926 -1.10091 0.05556 C -1.09961 0.05046 -1.09831 0.04537 -1.09674 0.04074 C -1.09479 0.03426 -1.09127 0.02917 -1.09049 0.02222 C -1.08815 -0.00324 -1.10065 -0.02685 -1.10716 -0.04444 C -1.11055 -0.05347 -1.11341 -0.06296 -1.11771 -0.07037 C -1.13034 -0.09306 -1.15586 -0.09884 -1.16966 -0.1037 C -1.19388 -0.1125 -1.21836 -0.11852 -1.24258 -0.12593 C -1.26276 -0.12361 -1.28294 -0.12269 -1.30299 -0.11852 C -1.30807 -0.11759 -1.31276 -0.11343 -1.31758 -0.11111 C -1.32383 -0.10856 -1.33021 -0.10671 -1.33633 -0.1037 C -1.34336 -0.10046 -1.35013 -0.09514 -1.35716 -0.09259 C -1.36406 -0.09028 -1.37109 -0.09028 -1.37799 -0.08889 C -1.38008 -0.08657 -1.38229 -0.08426 -1.38424 -0.08148 C -1.38997 -0.07431 -1.40091 -0.05926 -1.40091 -0.05926 C -1.40221 -0.05185 -1.40508 -0.04491 -1.40508 -0.03704 C -1.40508 -0.01111 -1.40742 0.01736 -1.40091 0.04074 C -1.39765 0.05208 -1.38724 0.04884 -1.38008 0.05185 C -1.36849 0.05625 -1.35651 0.05926 -1.34466 0.06296 C -1.31276 0.05787 -1.2806 0.05694 -1.24883 0.04815 C -1.24505 0.04699 -1.2401 0.04028 -1.24049 0.03333 C -1.24284 -0.00718 -1.25599 -0.04028 -1.27383 -0.06296 C -1.28073 -0.07176 -1.2888 -0.07685 -1.29674 -0.08148 C -1.34778 -0.11181 -1.35156 -0.10532 -1.4112 -0.11481 L -1.48008 -0.11111 C -1.4914 -0.10787 -1.50052 -0.09259 -1.51133 -0.08519 C -1.5207 -0.07894 -1.53086 -0.07639 -1.54049 -0.07037 C -1.54883 -0.06528 -1.58529 -0.03333 -1.58841 -0.02963 C -1.59049 -0.02731 -1.59232 -0.02431 -1.59466 -0.02222 C -1.59792 -0.01944 -1.60156 -0.01759 -1.60508 -0.01481 C -1.60924 -0.01157 -1.61341 -0.00741 -1.61758 -0.0037 " pathEditMode="relative" ptsTypes="AAAAAAAAAAAAAAAAAAAAAAAAAAAAAAAAAAAAAAAAAAAAAAAAAAAAAAAAAAAAAAAAAAAAAAAAAAAAAAAAAAAAAAAAAAAAAAAAAAAAAAAAAAAAAAAA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3C493-2C04-C768-DBA8-5D885169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ru-RU" dirty="0" err="1"/>
              <a:t>Када</a:t>
            </a:r>
            <a:r>
              <a:rPr lang="ru-RU" dirty="0"/>
              <a:t> и где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рођен</a:t>
            </a:r>
            <a:r>
              <a:rPr lang="ru-RU" dirty="0"/>
              <a:t> </a:t>
            </a:r>
            <a:r>
              <a:rPr lang="ru-RU" dirty="0" err="1"/>
              <a:t>Александар</a:t>
            </a:r>
            <a:r>
              <a:rPr lang="ru-RU" dirty="0"/>
              <a:t> </a:t>
            </a:r>
            <a:r>
              <a:rPr lang="ru-RU" dirty="0" err="1"/>
              <a:t>Обреновић</a:t>
            </a:r>
            <a:r>
              <a:rPr lang="ru-RU" dirty="0"/>
              <a:t>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9DE002-7C38-E789-7DDB-85F4B9640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400414" cy="4351338"/>
          </a:xfrm>
        </p:spPr>
        <p:txBody>
          <a:bodyPr>
            <a:normAutofit/>
          </a:bodyPr>
          <a:lstStyle/>
          <a:p>
            <a:r>
              <a:rPr lang="ru-RU" sz="7200" dirty="0"/>
              <a:t>A) 1870, Ниш</a:t>
            </a:r>
            <a:br>
              <a:rPr lang="ru-RU" sz="7200" dirty="0"/>
            </a:br>
            <a:r>
              <a:rPr lang="ru-RU" sz="7200" dirty="0"/>
              <a:t>B) 1876, </a:t>
            </a:r>
            <a:r>
              <a:rPr lang="ru-RU" sz="7200" dirty="0" err="1"/>
              <a:t>Београд</a:t>
            </a:r>
            <a:br>
              <a:rPr lang="ru-RU" sz="7200" dirty="0"/>
            </a:br>
            <a:r>
              <a:rPr lang="ru-RU" sz="7200" dirty="0"/>
              <a:t>C) 1889, </a:t>
            </a:r>
            <a:r>
              <a:rPr lang="ru-RU" sz="7200" dirty="0" err="1"/>
              <a:t>Београд</a:t>
            </a:r>
            <a:br>
              <a:rPr lang="ru-RU" sz="7200" dirty="0"/>
            </a:br>
            <a:r>
              <a:rPr lang="ru-RU" sz="7200" dirty="0"/>
              <a:t>D) 1876, </a:t>
            </a:r>
            <a:r>
              <a:rPr lang="ru-RU" sz="7200" dirty="0" err="1"/>
              <a:t>Крагујевац</a:t>
            </a:r>
            <a:endParaRPr lang="sr-Latn-RS" sz="7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BA470C-83A8-A9CA-AA62-598686D515E7}"/>
              </a:ext>
            </a:extLst>
          </p:cNvPr>
          <p:cNvSpPr/>
          <p:nvPr/>
        </p:nvSpPr>
        <p:spPr>
          <a:xfrm>
            <a:off x="838200" y="2933816"/>
            <a:ext cx="7560000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88802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242AB-DD4B-A7B8-094A-C1004A01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2. Ко </a:t>
            </a:r>
            <a:r>
              <a:rPr lang="ru-RU" b="1" dirty="0" err="1"/>
              <a:t>је</a:t>
            </a:r>
            <a:r>
              <a:rPr lang="ru-RU" b="1" dirty="0"/>
              <a:t> </a:t>
            </a:r>
            <a:r>
              <a:rPr lang="ru-RU" b="1" dirty="0" err="1"/>
              <a:t>био</a:t>
            </a:r>
            <a:r>
              <a:rPr lang="ru-RU" b="1" dirty="0"/>
              <a:t> </a:t>
            </a:r>
            <a:r>
              <a:rPr lang="ru-RU" b="1" dirty="0" err="1"/>
              <a:t>његов</a:t>
            </a:r>
            <a:r>
              <a:rPr lang="ru-RU" b="1" dirty="0"/>
              <a:t> </a:t>
            </a:r>
            <a:r>
              <a:rPr lang="ru-RU" b="1" dirty="0" err="1"/>
              <a:t>отац</a:t>
            </a:r>
            <a:r>
              <a:rPr lang="ru-RU" b="1" dirty="0"/>
              <a:t>?</a:t>
            </a:r>
            <a:br>
              <a:rPr lang="ru-RU" b="1" dirty="0"/>
            </a:b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831D06-91CC-2A3B-C08C-16C1B413C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92500"/>
          </a:bodyPr>
          <a:lstStyle/>
          <a:p>
            <a:r>
              <a:rPr lang="en-US" sz="7200" dirty="0"/>
              <a:t>A) </a:t>
            </a:r>
            <a:r>
              <a:rPr lang="ru-RU" sz="7200" dirty="0" err="1"/>
              <a:t>Петар</a:t>
            </a:r>
            <a:r>
              <a:rPr lang="ru-RU" sz="7200" dirty="0"/>
              <a:t> </a:t>
            </a:r>
            <a:r>
              <a:rPr lang="en-US" sz="7200" dirty="0"/>
              <a:t>I </a:t>
            </a:r>
            <a:r>
              <a:rPr lang="ru-RU" sz="7200" dirty="0" err="1"/>
              <a:t>Карађорђевић</a:t>
            </a:r>
            <a:br>
              <a:rPr lang="ru-RU" sz="7200" dirty="0"/>
            </a:br>
            <a:r>
              <a:rPr lang="en-US" sz="7200" dirty="0"/>
              <a:t>B) </a:t>
            </a:r>
            <a:r>
              <a:rPr lang="ru-RU" sz="7200" dirty="0"/>
              <a:t>Милан </a:t>
            </a:r>
            <a:r>
              <a:rPr lang="en-US" sz="7200" dirty="0"/>
              <a:t>I </a:t>
            </a:r>
            <a:r>
              <a:rPr lang="ru-RU" sz="7200" dirty="0" err="1"/>
              <a:t>Обреновић</a:t>
            </a:r>
            <a:br>
              <a:rPr lang="ru-RU" sz="7200" dirty="0"/>
            </a:br>
            <a:r>
              <a:rPr lang="en-US" sz="7200" dirty="0"/>
              <a:t>C) </a:t>
            </a:r>
            <a:r>
              <a:rPr lang="ru-RU" sz="7200" dirty="0"/>
              <a:t>Никола </a:t>
            </a:r>
            <a:r>
              <a:rPr lang="en-US" sz="7200" dirty="0"/>
              <a:t>I</a:t>
            </a:r>
            <a:br>
              <a:rPr lang="en-US" sz="7200" dirty="0"/>
            </a:br>
            <a:r>
              <a:rPr lang="en-US" sz="7200" dirty="0"/>
              <a:t>D) </a:t>
            </a:r>
            <a:r>
              <a:rPr lang="ru-RU" sz="7200" dirty="0" err="1"/>
              <a:t>Карађорђе</a:t>
            </a:r>
            <a:endParaRPr lang="ru-RU" sz="7200" dirty="0"/>
          </a:p>
          <a:p>
            <a:endParaRPr lang="sr-Latn-RS" sz="7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1BA9C4-97ED-345F-C510-180BB9BCD331}"/>
              </a:ext>
            </a:extLst>
          </p:cNvPr>
          <p:cNvSpPr/>
          <p:nvPr/>
        </p:nvSpPr>
        <p:spPr>
          <a:xfrm>
            <a:off x="838198" y="2700669"/>
            <a:ext cx="9028815" cy="998691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3772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7518-B1B3-5336-ACCF-69A0005C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C91AF-5A9C-F174-3E2B-26760144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3. </a:t>
            </a:r>
            <a:r>
              <a:rPr lang="ru-RU" dirty="0" err="1"/>
              <a:t>Колико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година </a:t>
            </a:r>
            <a:r>
              <a:rPr lang="ru-RU" dirty="0" err="1"/>
              <a:t>имао</a:t>
            </a:r>
            <a:r>
              <a:rPr lang="ru-RU" dirty="0"/>
              <a:t> </a:t>
            </a:r>
            <a:r>
              <a:rPr lang="ru-RU" dirty="0" err="1"/>
              <a:t>када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постао</a:t>
            </a:r>
            <a:r>
              <a:rPr lang="ru-RU" dirty="0"/>
              <a:t> </a:t>
            </a:r>
            <a:r>
              <a:rPr lang="ru-RU" dirty="0" err="1"/>
              <a:t>краљ</a:t>
            </a:r>
            <a:r>
              <a:rPr lang="ru-RU" dirty="0"/>
              <a:t>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EE0E6-0B71-820A-D545-C6960150B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pt-BR" sz="7200" dirty="0"/>
              <a:t>A) 10</a:t>
            </a:r>
            <a:br>
              <a:rPr lang="pt-BR" sz="7200" dirty="0"/>
            </a:br>
            <a:r>
              <a:rPr lang="pt-BR" sz="7200" dirty="0"/>
              <a:t>B) 12</a:t>
            </a:r>
            <a:br>
              <a:rPr lang="pt-BR" sz="7200" dirty="0"/>
            </a:br>
            <a:r>
              <a:rPr lang="pt-BR" sz="7200" dirty="0"/>
              <a:t>C) 13</a:t>
            </a:r>
            <a:br>
              <a:rPr lang="pt-BR" sz="7200" dirty="0"/>
            </a:br>
            <a:r>
              <a:rPr lang="pt-BR" sz="7200" dirty="0"/>
              <a:t>D) 16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98E66CD-4CBB-45DC-DDD2-E88D4241B68E}"/>
              </a:ext>
            </a:extLst>
          </p:cNvPr>
          <p:cNvSpPr/>
          <p:nvPr/>
        </p:nvSpPr>
        <p:spPr>
          <a:xfrm>
            <a:off x="668079" y="3837584"/>
            <a:ext cx="2755605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481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D106-3A22-F988-0E06-EFC6176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29656-027B-93CC-DBCA-98CD71CA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4. Ко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управљао</a:t>
            </a:r>
            <a:r>
              <a:rPr lang="ru-RU" dirty="0"/>
              <a:t> </a:t>
            </a:r>
            <a:r>
              <a:rPr lang="ru-RU" dirty="0" err="1"/>
              <a:t>државом</a:t>
            </a:r>
            <a:r>
              <a:rPr lang="ru-RU" dirty="0"/>
              <a:t> док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био</a:t>
            </a:r>
            <a:r>
              <a:rPr lang="ru-RU" dirty="0"/>
              <a:t> </a:t>
            </a:r>
            <a:r>
              <a:rPr lang="ru-RU" dirty="0" err="1"/>
              <a:t>малолетан</a:t>
            </a:r>
            <a:r>
              <a:rPr lang="ru-RU" dirty="0"/>
              <a:t>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7A20E9-E4D4-D311-92DC-9FE4607F3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ru-RU" sz="7200" dirty="0"/>
              <a:t>A) </a:t>
            </a:r>
            <a:r>
              <a:rPr lang="ru-RU" sz="7200" dirty="0" err="1"/>
              <a:t>Војска</a:t>
            </a:r>
            <a:br>
              <a:rPr lang="ru-RU" sz="7200" dirty="0"/>
            </a:br>
            <a:r>
              <a:rPr lang="ru-RU" sz="7200" dirty="0"/>
              <a:t>B) Народ</a:t>
            </a:r>
            <a:br>
              <a:rPr lang="ru-RU" sz="7200" dirty="0"/>
            </a:br>
            <a:r>
              <a:rPr lang="ru-RU" sz="7200" dirty="0"/>
              <a:t>C) Регентство</a:t>
            </a:r>
            <a:br>
              <a:rPr lang="ru-RU" sz="7200" dirty="0"/>
            </a:br>
            <a:r>
              <a:rPr lang="ru-RU" sz="7200" dirty="0"/>
              <a:t>D) </a:t>
            </a:r>
            <a:r>
              <a:rPr lang="ru-RU" sz="7200" dirty="0" err="1"/>
              <a:t>Министри</a:t>
            </a:r>
            <a:endParaRPr lang="pt-BR" sz="7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5468DB-8C38-1057-D4DE-61A737B1422C}"/>
              </a:ext>
            </a:extLst>
          </p:cNvPr>
          <p:cNvSpPr/>
          <p:nvPr/>
        </p:nvSpPr>
        <p:spPr>
          <a:xfrm>
            <a:off x="838199" y="3912011"/>
            <a:ext cx="6264350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4131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8DEA-3939-F91F-DB84-9EF68F85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7C50C-E0D6-0C66-AAB9-4BB2DFC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5. </a:t>
            </a:r>
            <a:r>
              <a:rPr lang="ru-RU" dirty="0" err="1"/>
              <a:t>Које</a:t>
            </a:r>
            <a:r>
              <a:rPr lang="ru-RU" dirty="0"/>
              <a:t> године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преузео</a:t>
            </a:r>
            <a:r>
              <a:rPr lang="ru-RU" dirty="0"/>
              <a:t> </a:t>
            </a:r>
            <a:r>
              <a:rPr lang="ru-RU" dirty="0" err="1"/>
              <a:t>власт</a:t>
            </a:r>
            <a:r>
              <a:rPr lang="ru-RU" dirty="0"/>
              <a:t> у </a:t>
            </a:r>
            <a:r>
              <a:rPr lang="ru-RU" dirty="0" err="1"/>
              <a:t>своје</a:t>
            </a:r>
            <a:r>
              <a:rPr lang="ru-RU" dirty="0"/>
              <a:t> руке?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D16303-9BB7-74AF-851D-C1379F479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pt-BR" sz="7200" dirty="0"/>
              <a:t>A) 1889</a:t>
            </a:r>
            <a:br>
              <a:rPr lang="pt-BR" sz="7200" dirty="0"/>
            </a:br>
            <a:r>
              <a:rPr lang="pt-BR" sz="7200" dirty="0"/>
              <a:t>B) 1893</a:t>
            </a:r>
            <a:br>
              <a:rPr lang="pt-BR" sz="7200" dirty="0"/>
            </a:br>
            <a:r>
              <a:rPr lang="pt-BR" sz="7200" dirty="0"/>
              <a:t>C) 1900</a:t>
            </a:r>
            <a:br>
              <a:rPr lang="pt-BR" sz="7200" dirty="0"/>
            </a:br>
            <a:r>
              <a:rPr lang="pt-BR" sz="7200" dirty="0"/>
              <a:t>D) 1903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45197C-F5F6-92E5-0110-203012D3565B}"/>
              </a:ext>
            </a:extLst>
          </p:cNvPr>
          <p:cNvSpPr/>
          <p:nvPr/>
        </p:nvSpPr>
        <p:spPr>
          <a:xfrm>
            <a:off x="838200" y="2933816"/>
            <a:ext cx="3616842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9009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D980-4F97-D64D-6D32-C073D0B6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77637-89DF-9810-1CE0-F2F91406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45" y="34567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6. </a:t>
            </a:r>
            <a:r>
              <a:rPr lang="ru-RU" dirty="0" err="1"/>
              <a:t>Шта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Александар</a:t>
            </a:r>
            <a:r>
              <a:rPr lang="ru-RU" dirty="0"/>
              <a:t> </a:t>
            </a:r>
            <a:r>
              <a:rPr lang="ru-RU" dirty="0" err="1"/>
              <a:t>више</a:t>
            </a:r>
            <a:r>
              <a:rPr lang="ru-RU" dirty="0"/>
              <a:t> </a:t>
            </a:r>
            <a:r>
              <a:rPr lang="ru-RU" dirty="0" err="1"/>
              <a:t>пута</a:t>
            </a:r>
            <a:r>
              <a:rPr lang="ru-RU" dirty="0"/>
              <a:t> </a:t>
            </a:r>
            <a:r>
              <a:rPr lang="ru-RU" dirty="0" err="1"/>
              <a:t>мењао</a:t>
            </a:r>
            <a:r>
              <a:rPr lang="ru-RU" dirty="0"/>
              <a:t> током </a:t>
            </a:r>
            <a:r>
              <a:rPr lang="ru-RU" dirty="0" err="1"/>
              <a:t>владавине</a:t>
            </a:r>
            <a:r>
              <a:rPr lang="ru-RU" dirty="0"/>
              <a:t>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C7674E-4EC8-ACCD-B0A4-38C403036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ru-RU" sz="7200" dirty="0"/>
              <a:t>A) Градове</a:t>
            </a:r>
            <a:br>
              <a:rPr lang="ru-RU" sz="7200" dirty="0"/>
            </a:br>
            <a:r>
              <a:rPr lang="ru-RU" sz="7200" dirty="0"/>
              <a:t>B) </a:t>
            </a:r>
            <a:r>
              <a:rPr lang="ru-RU" sz="7200" dirty="0" err="1"/>
              <a:t>Војску</a:t>
            </a:r>
            <a:br>
              <a:rPr lang="ru-RU" sz="7200" dirty="0"/>
            </a:br>
            <a:r>
              <a:rPr lang="ru-RU" sz="7200" dirty="0"/>
              <a:t>C) Устав</a:t>
            </a:r>
            <a:br>
              <a:rPr lang="ru-RU" sz="7200" dirty="0"/>
            </a:br>
            <a:r>
              <a:rPr lang="ru-RU" sz="7200" dirty="0"/>
              <a:t>D) Заставу</a:t>
            </a:r>
            <a:endParaRPr lang="pt-BR" sz="7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1BB8A4-F50E-F57E-5BB8-23445D727C09}"/>
              </a:ext>
            </a:extLst>
          </p:cNvPr>
          <p:cNvSpPr/>
          <p:nvPr/>
        </p:nvSpPr>
        <p:spPr>
          <a:xfrm>
            <a:off x="818745" y="3912011"/>
            <a:ext cx="3987171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7610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434C-B0F4-00C3-0F04-2A845143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A7C7A-4771-7652-ECD2-CB9CBE3D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7. </a:t>
            </a:r>
            <a:r>
              <a:rPr lang="ru-RU" dirty="0" err="1"/>
              <a:t>Шта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изазвало</a:t>
            </a:r>
            <a:r>
              <a:rPr lang="ru-RU" dirty="0"/>
              <a:t> </a:t>
            </a:r>
            <a:r>
              <a:rPr lang="ru-RU" dirty="0" err="1"/>
              <a:t>незадовољство</a:t>
            </a:r>
            <a:r>
              <a:rPr lang="ru-RU" dirty="0"/>
              <a:t> код </a:t>
            </a:r>
            <a:r>
              <a:rPr lang="ru-RU" dirty="0" err="1"/>
              <a:t>политичара</a:t>
            </a:r>
            <a:r>
              <a:rPr lang="ru-RU" dirty="0"/>
              <a:t> и дела </a:t>
            </a:r>
            <a:r>
              <a:rPr lang="ru-RU" dirty="0" err="1"/>
              <a:t>војске</a:t>
            </a:r>
            <a:r>
              <a:rPr lang="ru-RU" dirty="0"/>
              <a:t>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7B5BB6-2742-1711-F7C8-EA33251E1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ru-RU" sz="7200" dirty="0"/>
              <a:t>A) </a:t>
            </a:r>
            <a:r>
              <a:rPr lang="ru-RU" sz="7200" dirty="0" err="1"/>
              <a:t>Путовања</a:t>
            </a:r>
            <a:br>
              <a:rPr lang="ru-RU" sz="7200" dirty="0"/>
            </a:br>
            <a:r>
              <a:rPr lang="ru-RU" sz="7200" dirty="0"/>
              <a:t>B) </a:t>
            </a:r>
            <a:r>
              <a:rPr lang="ru-RU" sz="7200" dirty="0" err="1"/>
              <a:t>Јачање</a:t>
            </a:r>
            <a:r>
              <a:rPr lang="ru-RU" sz="7200" dirty="0"/>
              <a:t> </a:t>
            </a:r>
            <a:r>
              <a:rPr lang="ru-RU" sz="7200" dirty="0" err="1"/>
              <a:t>личне</a:t>
            </a:r>
            <a:r>
              <a:rPr lang="ru-RU" sz="7200" dirty="0"/>
              <a:t> власти</a:t>
            </a:r>
            <a:br>
              <a:rPr lang="ru-RU" sz="7200" dirty="0"/>
            </a:br>
            <a:r>
              <a:rPr lang="ru-RU" sz="7200" dirty="0"/>
              <a:t>C) Спорт</a:t>
            </a:r>
            <a:br>
              <a:rPr lang="ru-RU" sz="7200" dirty="0"/>
            </a:br>
            <a:r>
              <a:rPr lang="ru-RU" sz="7200" dirty="0"/>
              <a:t>D) Школе</a:t>
            </a:r>
            <a:endParaRPr lang="pt-BR" sz="7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41ECFB3-1EE1-FD7F-1370-B020135CCA98}"/>
              </a:ext>
            </a:extLst>
          </p:cNvPr>
          <p:cNvSpPr/>
          <p:nvPr/>
        </p:nvSpPr>
        <p:spPr>
          <a:xfrm>
            <a:off x="838199" y="2933816"/>
            <a:ext cx="10070805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4781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5718-0E82-3DDF-F545-C3B21993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FD56C-51F3-B4D9-B030-B4306F5B3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8. </a:t>
            </a:r>
            <a:r>
              <a:rPr lang="ru-RU" dirty="0" err="1"/>
              <a:t>Када</a:t>
            </a:r>
            <a:r>
              <a:rPr lang="ru-RU" dirty="0"/>
              <a:t> се </a:t>
            </a:r>
            <a:r>
              <a:rPr lang="ru-RU" dirty="0" err="1"/>
              <a:t>оженио</a:t>
            </a:r>
            <a:r>
              <a:rPr lang="ru-RU" dirty="0"/>
              <a:t> </a:t>
            </a:r>
            <a:r>
              <a:rPr lang="ru-RU" dirty="0" err="1"/>
              <a:t>Драгом</a:t>
            </a:r>
            <a:r>
              <a:rPr lang="ru-RU" dirty="0"/>
              <a:t> Машин?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62EA56-F4A4-E92F-0776-68D17F53A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pt-BR" sz="7200" dirty="0"/>
              <a:t>A) 1893</a:t>
            </a:r>
            <a:br>
              <a:rPr lang="pt-BR" sz="7200" dirty="0"/>
            </a:br>
            <a:r>
              <a:rPr lang="pt-BR" sz="7200" dirty="0"/>
              <a:t>B) 1898</a:t>
            </a:r>
            <a:br>
              <a:rPr lang="pt-BR" sz="7200" dirty="0"/>
            </a:br>
            <a:r>
              <a:rPr lang="pt-BR" sz="7200" dirty="0"/>
              <a:t>C) 1900</a:t>
            </a:r>
            <a:br>
              <a:rPr lang="pt-BR" sz="7200" dirty="0"/>
            </a:br>
            <a:r>
              <a:rPr lang="pt-BR" sz="7200" dirty="0"/>
              <a:t>D) 1903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FB25C1-29A7-BFF9-F738-35B603917C16}"/>
              </a:ext>
            </a:extLst>
          </p:cNvPr>
          <p:cNvSpPr/>
          <p:nvPr/>
        </p:nvSpPr>
        <p:spPr>
          <a:xfrm>
            <a:off x="678712" y="3890747"/>
            <a:ext cx="3872023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24854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661F-C5D5-BA96-E901-2A4A5F6B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B1784-2816-B029-0A4A-CEEB84B5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9. </a:t>
            </a:r>
            <a:r>
              <a:rPr lang="ru-RU" dirty="0" err="1"/>
              <a:t>Зашто</a:t>
            </a:r>
            <a:r>
              <a:rPr lang="ru-RU" dirty="0"/>
              <a:t> </a:t>
            </a:r>
            <a:r>
              <a:rPr lang="ru-RU" dirty="0" err="1"/>
              <a:t>је</a:t>
            </a:r>
            <a:r>
              <a:rPr lang="ru-RU" dirty="0"/>
              <a:t> брак </a:t>
            </a:r>
            <a:r>
              <a:rPr lang="ru-RU" dirty="0" err="1"/>
              <a:t>изазвао</a:t>
            </a:r>
            <a:r>
              <a:rPr lang="ru-RU" dirty="0"/>
              <a:t> скандал?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CAF3E0-9AAF-862F-9CB2-6BABCA30A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1831" y="1825625"/>
            <a:ext cx="11900170" cy="4351338"/>
          </a:xfrm>
        </p:spPr>
        <p:txBody>
          <a:bodyPr>
            <a:noAutofit/>
          </a:bodyPr>
          <a:lstStyle/>
          <a:p>
            <a:br>
              <a:rPr lang="ru-RU" sz="4800" b="1" dirty="0"/>
            </a:br>
            <a:r>
              <a:rPr lang="en-US" sz="4800" dirty="0"/>
              <a:t>A) </a:t>
            </a:r>
            <a:r>
              <a:rPr lang="ru-RU" sz="4800" dirty="0"/>
              <a:t>Била </a:t>
            </a:r>
            <a:r>
              <a:rPr lang="ru-RU" sz="4800" dirty="0" err="1"/>
              <a:t>је</a:t>
            </a:r>
            <a:r>
              <a:rPr lang="ru-RU" sz="4800" dirty="0"/>
              <a:t> </a:t>
            </a:r>
            <a:r>
              <a:rPr lang="ru-RU" sz="4800" dirty="0" err="1"/>
              <a:t>странкиња</a:t>
            </a:r>
            <a:br>
              <a:rPr lang="ru-RU" sz="4800" dirty="0"/>
            </a:br>
            <a:r>
              <a:rPr lang="en-US" sz="4800" dirty="0"/>
              <a:t>B) </a:t>
            </a:r>
            <a:r>
              <a:rPr lang="ru-RU" sz="4800" dirty="0"/>
              <a:t>Била </a:t>
            </a:r>
            <a:r>
              <a:rPr lang="ru-RU" sz="4800" dirty="0" err="1"/>
              <a:t>је</a:t>
            </a:r>
            <a:r>
              <a:rPr lang="ru-RU" sz="4800" dirty="0"/>
              <a:t> </a:t>
            </a:r>
            <a:r>
              <a:rPr lang="ru-RU" sz="4800" dirty="0" err="1"/>
              <a:t>старија</a:t>
            </a:r>
            <a:r>
              <a:rPr lang="ru-RU" sz="4800" dirty="0"/>
              <a:t> и </a:t>
            </a:r>
            <a:r>
              <a:rPr lang="ru-RU" sz="4800" dirty="0" err="1"/>
              <a:t>није</a:t>
            </a:r>
            <a:r>
              <a:rPr lang="ru-RU" sz="4800" dirty="0"/>
              <a:t> била из </a:t>
            </a:r>
            <a:r>
              <a:rPr lang="ru-RU" sz="4800" dirty="0" err="1"/>
              <a:t>владарске</a:t>
            </a:r>
            <a:r>
              <a:rPr lang="ru-RU" sz="4800" dirty="0"/>
              <a:t> </a:t>
            </a:r>
            <a:r>
              <a:rPr lang="ru-RU" sz="4800" dirty="0" err="1"/>
              <a:t>породице</a:t>
            </a:r>
            <a:br>
              <a:rPr lang="ru-RU" sz="4800" dirty="0"/>
            </a:br>
            <a:r>
              <a:rPr lang="en-US" sz="4800" dirty="0"/>
              <a:t>C) </a:t>
            </a:r>
            <a:r>
              <a:rPr lang="ru-RU" sz="4800" dirty="0" err="1"/>
              <a:t>Није</a:t>
            </a:r>
            <a:r>
              <a:rPr lang="ru-RU" sz="4800" dirty="0"/>
              <a:t> било </a:t>
            </a:r>
            <a:r>
              <a:rPr lang="ru-RU" sz="4800" dirty="0" err="1"/>
              <a:t>венчања</a:t>
            </a:r>
            <a:br>
              <a:rPr lang="ru-RU" sz="4800" dirty="0"/>
            </a:br>
            <a:r>
              <a:rPr lang="en-US" sz="4800" dirty="0"/>
              <a:t>D) </a:t>
            </a:r>
            <a:r>
              <a:rPr lang="ru-RU" sz="4800" dirty="0"/>
              <a:t>Била </a:t>
            </a:r>
            <a:r>
              <a:rPr lang="ru-RU" sz="4800" dirty="0" err="1"/>
              <a:t>је</a:t>
            </a:r>
            <a:r>
              <a:rPr lang="ru-RU" sz="4800" dirty="0"/>
              <a:t> </a:t>
            </a:r>
            <a:r>
              <a:rPr lang="ru-RU" sz="4800" dirty="0" err="1"/>
              <a:t>млађа</a:t>
            </a:r>
            <a:endParaRPr lang="pt-BR" sz="48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FA0517-37B1-3BB2-8746-D4A7F771961C}"/>
              </a:ext>
            </a:extLst>
          </p:cNvPr>
          <p:cNvSpPr/>
          <p:nvPr/>
        </p:nvSpPr>
        <p:spPr>
          <a:xfrm>
            <a:off x="497958" y="3150689"/>
            <a:ext cx="9177670" cy="1283088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675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E963-8D9B-836F-8885-995A3E70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D6044-FE90-63BC-071E-0A797EB4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10. Ко </a:t>
            </a:r>
            <a:r>
              <a:rPr lang="ru-RU" dirty="0" err="1"/>
              <a:t>је</a:t>
            </a:r>
            <a:r>
              <a:rPr lang="ru-RU" dirty="0"/>
              <a:t> </a:t>
            </a:r>
            <a:r>
              <a:rPr lang="ru-RU" dirty="0" err="1"/>
              <a:t>био</a:t>
            </a:r>
            <a:r>
              <a:rPr lang="ru-RU" dirty="0"/>
              <a:t> </a:t>
            </a:r>
            <a:r>
              <a:rPr lang="ru-RU" dirty="0" err="1"/>
              <a:t>незадовољан</a:t>
            </a:r>
            <a:r>
              <a:rPr lang="ru-RU" dirty="0"/>
              <a:t> браком?</a:t>
            </a:r>
            <a:endParaRPr lang="sr-Latn-R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C5A581-1E5E-C332-C6B1-07AAE8D24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ru-RU" sz="7200" dirty="0"/>
              <a:t>A) Само </a:t>
            </a:r>
            <a:r>
              <a:rPr lang="ru-RU" sz="7200" dirty="0" err="1"/>
              <a:t>ученици</a:t>
            </a:r>
            <a:br>
              <a:rPr lang="ru-RU" sz="7200" dirty="0"/>
            </a:br>
            <a:r>
              <a:rPr lang="ru-RU" sz="7200" dirty="0"/>
              <a:t>B) </a:t>
            </a:r>
            <a:r>
              <a:rPr lang="ru-RU" sz="7200" dirty="0" err="1"/>
              <a:t>Друштво</a:t>
            </a:r>
            <a:r>
              <a:rPr lang="ru-RU" sz="7200" dirty="0"/>
              <a:t> и </a:t>
            </a:r>
            <a:r>
              <a:rPr lang="ru-RU" sz="7200" dirty="0" err="1"/>
              <a:t>војска</a:t>
            </a:r>
            <a:br>
              <a:rPr lang="ru-RU" sz="7200" dirty="0"/>
            </a:br>
            <a:r>
              <a:rPr lang="ru-RU" sz="7200" dirty="0"/>
              <a:t>C) Само </a:t>
            </a:r>
            <a:r>
              <a:rPr lang="ru-RU" sz="7200" dirty="0" err="1"/>
              <a:t>министри</a:t>
            </a:r>
            <a:br>
              <a:rPr lang="ru-RU" sz="7200" dirty="0"/>
            </a:br>
            <a:r>
              <a:rPr lang="ru-RU" sz="7200" dirty="0"/>
              <a:t>D) Нико</a:t>
            </a:r>
            <a:endParaRPr lang="pt-BR" sz="7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AECEFB5-7F9C-0E60-9FE3-80C21E411CFE}"/>
              </a:ext>
            </a:extLst>
          </p:cNvPr>
          <p:cNvSpPr/>
          <p:nvPr/>
        </p:nvSpPr>
        <p:spPr>
          <a:xfrm>
            <a:off x="838200" y="2933816"/>
            <a:ext cx="8571614" cy="850605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7996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284</Words>
  <Application>Microsoft Office PowerPoint</Application>
  <PresentationFormat>Широкоэкранный</PresentationFormat>
  <Paragraphs>21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Kviz</vt:lpstr>
      <vt:lpstr>1. Када и где је рођен Александар Обреновић?</vt:lpstr>
      <vt:lpstr>2. Ко је био његов отац? </vt:lpstr>
      <vt:lpstr>3. Колико је година имао када је постао краљ?</vt:lpstr>
      <vt:lpstr>4. Ко је управљао државом док је био малолетан?</vt:lpstr>
      <vt:lpstr>5. Које године је преузео власт у своје руке?</vt:lpstr>
      <vt:lpstr>6. Шта је Александар више пута мењао током владавине?</vt:lpstr>
      <vt:lpstr>7. Шта је изазвало незадовољство код политичара и дела војске?</vt:lpstr>
      <vt:lpstr>8. Када се оженио Драгом Машин?</vt:lpstr>
      <vt:lpstr>9. Зашто је брак изазвао скандал?</vt:lpstr>
      <vt:lpstr>10. Ко је био незадовољан браком?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2026-02-24T19:27:47Z</dcterms:created>
  <dcterms:modified xsi:type="dcterms:W3CDTF">2026-02-25T21:21:17Z</dcterms:modified>
</cp:coreProperties>
</file>