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102240" y="-169920"/>
            <a:ext cx="9372240" cy="5483520"/>
            <a:chOff x="-102240" y="-169920"/>
            <a:chExt cx="9372240" cy="548352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102240" y="448920"/>
              <a:ext cx="9372240" cy="4215240"/>
              <a:chOff x="-102240" y="448920"/>
              <a:chExt cx="9372240" cy="4215240"/>
            </a:xfrm>
          </p:grpSpPr>
          <p:cxnSp>
            <p:nvCxnSpPr>
              <p:cNvPr id="4" name="Google Shape;11;p2"/>
              <p:cNvCxnSpPr/>
              <p:nvPr/>
            </p:nvCxnSpPr>
            <p:spPr>
              <a:xfrm>
                <a:off x="-102240" y="4489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5" name="Google Shape;12;p2"/>
              <p:cNvCxnSpPr/>
              <p:nvPr/>
            </p:nvCxnSpPr>
            <p:spPr>
              <a:xfrm>
                <a:off x="-102240" y="10512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" name="Google Shape;13;p2"/>
              <p:cNvCxnSpPr/>
              <p:nvPr/>
            </p:nvCxnSpPr>
            <p:spPr>
              <a:xfrm>
                <a:off x="-102240" y="16531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7" name="Google Shape;14;p2"/>
              <p:cNvCxnSpPr/>
              <p:nvPr/>
            </p:nvCxnSpPr>
            <p:spPr>
              <a:xfrm>
                <a:off x="-102240" y="22554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8" name="Google Shape;15;p2"/>
              <p:cNvCxnSpPr/>
              <p:nvPr/>
            </p:nvCxnSpPr>
            <p:spPr>
              <a:xfrm>
                <a:off x="-102240" y="28576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9" name="Google Shape;16;p2"/>
              <p:cNvCxnSpPr/>
              <p:nvPr/>
            </p:nvCxnSpPr>
            <p:spPr>
              <a:xfrm>
                <a:off x="-102240" y="34596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0" name="Google Shape;17;p2"/>
              <p:cNvCxnSpPr/>
              <p:nvPr/>
            </p:nvCxnSpPr>
            <p:spPr>
              <a:xfrm>
                <a:off x="-102240" y="40618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1" name="Google Shape;18;p2"/>
              <p:cNvCxnSpPr/>
              <p:nvPr/>
            </p:nvCxnSpPr>
            <p:spPr>
              <a:xfrm>
                <a:off x="-102240" y="466416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</p:grpSp>
        <p:cxnSp>
          <p:nvCxnSpPr>
            <p:cNvPr id="12" name="Google Shape;19;p2"/>
            <p:cNvCxnSpPr/>
            <p:nvPr/>
          </p:nvCxnSpPr>
          <p:spPr>
            <a:xfrm>
              <a:off x="1033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3" name="Google Shape;20;p2"/>
            <p:cNvCxnSpPr/>
            <p:nvPr/>
          </p:nvCxnSpPr>
          <p:spPr>
            <a:xfrm>
              <a:off x="6508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" name="Google Shape;21;p2"/>
            <p:cNvCxnSpPr/>
            <p:nvPr/>
          </p:nvCxnSpPr>
          <p:spPr>
            <a:xfrm>
              <a:off x="11980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" name="Google Shape;22;p2"/>
            <p:cNvCxnSpPr/>
            <p:nvPr/>
          </p:nvCxnSpPr>
          <p:spPr>
            <a:xfrm>
              <a:off x="17456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6" name="Google Shape;23;p2"/>
            <p:cNvCxnSpPr/>
            <p:nvPr/>
          </p:nvCxnSpPr>
          <p:spPr>
            <a:xfrm>
              <a:off x="2293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7" name="Google Shape;24;p2"/>
            <p:cNvCxnSpPr/>
            <p:nvPr/>
          </p:nvCxnSpPr>
          <p:spPr>
            <a:xfrm>
              <a:off x="28404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8" name="Google Shape;25;p2"/>
            <p:cNvCxnSpPr/>
            <p:nvPr/>
          </p:nvCxnSpPr>
          <p:spPr>
            <a:xfrm>
              <a:off x="33879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9" name="Google Shape;26;p2"/>
            <p:cNvCxnSpPr/>
            <p:nvPr/>
          </p:nvCxnSpPr>
          <p:spPr>
            <a:xfrm>
              <a:off x="39351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0" name="Google Shape;27;p2"/>
            <p:cNvCxnSpPr/>
            <p:nvPr/>
          </p:nvCxnSpPr>
          <p:spPr>
            <a:xfrm>
              <a:off x="44827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1" name="Google Shape;28;p2"/>
            <p:cNvCxnSpPr/>
            <p:nvPr/>
          </p:nvCxnSpPr>
          <p:spPr>
            <a:xfrm>
              <a:off x="50299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2" name="Google Shape;29;p2"/>
            <p:cNvCxnSpPr/>
            <p:nvPr/>
          </p:nvCxnSpPr>
          <p:spPr>
            <a:xfrm>
              <a:off x="55774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3" name="Google Shape;30;p2"/>
            <p:cNvCxnSpPr/>
            <p:nvPr/>
          </p:nvCxnSpPr>
          <p:spPr>
            <a:xfrm>
              <a:off x="61246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4" name="Google Shape;31;p2"/>
            <p:cNvCxnSpPr/>
            <p:nvPr/>
          </p:nvCxnSpPr>
          <p:spPr>
            <a:xfrm>
              <a:off x="66722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5" name="Google Shape;32;p2"/>
            <p:cNvCxnSpPr/>
            <p:nvPr/>
          </p:nvCxnSpPr>
          <p:spPr>
            <a:xfrm>
              <a:off x="72194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6" name="Google Shape;33;p2"/>
            <p:cNvCxnSpPr/>
            <p:nvPr/>
          </p:nvCxnSpPr>
          <p:spPr>
            <a:xfrm>
              <a:off x="77670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7" name="Google Shape;34;p2"/>
            <p:cNvCxnSpPr/>
            <p:nvPr/>
          </p:nvCxnSpPr>
          <p:spPr>
            <a:xfrm>
              <a:off x="8314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28" name="Google Shape;35;p2"/>
            <p:cNvCxnSpPr/>
            <p:nvPr/>
          </p:nvCxnSpPr>
          <p:spPr>
            <a:xfrm>
              <a:off x="88617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029120" y="1450800"/>
            <a:ext cx="4401360" cy="157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" name="Google Shape;38;p2"/>
          <p:cNvGrpSpPr/>
          <p:nvPr/>
        </p:nvGrpSpPr>
        <p:grpSpPr>
          <a:xfrm>
            <a:off x="7693560" y="174600"/>
            <a:ext cx="736920" cy="729360"/>
            <a:chOff x="7693560" y="174600"/>
            <a:chExt cx="736920" cy="729360"/>
          </a:xfrm>
        </p:grpSpPr>
        <p:sp>
          <p:nvSpPr>
            <p:cNvPr id="31" name="Google Shape;39;p2"/>
            <p:cNvSpPr/>
            <p:nvPr/>
          </p:nvSpPr>
          <p:spPr>
            <a:xfrm>
              <a:off x="7799760" y="435240"/>
              <a:ext cx="410400" cy="37260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372600"/>
                <a:gd name="textAreaBottom" fmla="*/ 372960 h 372600"/>
              </a:gdLst>
              <a:ahLst/>
              <a:cxnLst/>
              <a:rect l="textAreaLeft" t="textAreaTop" r="textAreaRight" b="textAreaBottom"/>
              <a:pathLst>
                <a:path w="19618" h="17816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40;p2"/>
            <p:cNvSpPr/>
            <p:nvPr/>
          </p:nvSpPr>
          <p:spPr>
            <a:xfrm>
              <a:off x="8202960" y="272520"/>
              <a:ext cx="124560" cy="53352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533520"/>
                <a:gd name="textAreaBottom" fmla="*/ 533880 h 533520"/>
              </a:gdLst>
              <a:ahLst/>
              <a:cxnLst/>
              <a:rect l="textAreaLeft" t="textAreaTop" r="textAreaRight" b="textAreaBottom"/>
              <a:pathLst>
                <a:path w="5963" h="2551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1;p2"/>
            <p:cNvSpPr/>
            <p:nvPr/>
          </p:nvSpPr>
          <p:spPr>
            <a:xfrm>
              <a:off x="7801200" y="268200"/>
              <a:ext cx="520560" cy="176760"/>
            </a:xfrm>
            <a:custGeom>
              <a:avLst/>
              <a:gdLst>
                <a:gd name="textAreaLeft" fmla="*/ 0 w 520560"/>
                <a:gd name="textAreaRight" fmla="*/ 520920 w 52056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24886" h="8457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>
              <a:off x="8211600" y="174600"/>
              <a:ext cx="218880" cy="19656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10468" h="9406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>
              <a:off x="7693560" y="342000"/>
              <a:ext cx="218880" cy="19584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5840"/>
                <a:gd name="textAreaBottom" fmla="*/ 196200 h 195840"/>
              </a:gdLst>
              <a:ahLst/>
              <a:cxnLst/>
              <a:rect l="textAreaLeft" t="textAreaTop" r="textAreaRight" b="textAreaBottom"/>
              <a:pathLst>
                <a:path w="10468" h="9372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>
              <a:off x="8097120" y="707760"/>
              <a:ext cx="220320" cy="196200"/>
            </a:xfrm>
            <a:custGeom>
              <a:avLst/>
              <a:gdLst>
                <a:gd name="textAreaLeft" fmla="*/ 0 w 220320"/>
                <a:gd name="textAreaRight" fmla="*/ 220680 w 220320"/>
                <a:gd name="textAreaTop" fmla="*/ 0 h 196200"/>
                <a:gd name="textAreaBottom" fmla="*/ 196560 h 196200"/>
              </a:gdLst>
              <a:ahLst/>
              <a:cxnLst/>
              <a:rect l="textAreaLeft" t="textAreaTop" r="textAreaRight" b="textAreaBottom"/>
              <a:pathLst>
                <a:path w="10537" h="9399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" name="Google Shape;45;p2"/>
          <p:cNvGrpSpPr/>
          <p:nvPr/>
        </p:nvGrpSpPr>
        <p:grpSpPr>
          <a:xfrm>
            <a:off x="286920" y="289080"/>
            <a:ext cx="762480" cy="1242000"/>
            <a:chOff x="286920" y="289080"/>
            <a:chExt cx="762480" cy="1242000"/>
          </a:xfrm>
        </p:grpSpPr>
        <p:sp>
          <p:nvSpPr>
            <p:cNvPr id="38" name="Google Shape;46;p2"/>
            <p:cNvSpPr/>
            <p:nvPr/>
          </p:nvSpPr>
          <p:spPr>
            <a:xfrm rot="13500000">
              <a:off x="497160" y="1314720"/>
              <a:ext cx="175680" cy="7596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834" h="3398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 rot="13500000">
              <a:off x="584280" y="140940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7" h="451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8;p2"/>
            <p:cNvSpPr/>
            <p:nvPr/>
          </p:nvSpPr>
          <p:spPr>
            <a:xfrm rot="13500000">
              <a:off x="464040" y="954360"/>
              <a:ext cx="217440" cy="28620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286200"/>
                <a:gd name="textAreaBottom" fmla="*/ 286560 h 286200"/>
              </a:gdLst>
              <a:ahLst/>
              <a:cxnLst/>
              <a:rect l="textAreaLeft" t="textAreaTop" r="textAreaRight" b="textAreaBottom"/>
              <a:pathLst>
                <a:path w="9705" h="12756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9;p2"/>
            <p:cNvSpPr/>
            <p:nvPr/>
          </p:nvSpPr>
          <p:spPr>
            <a:xfrm rot="13500000">
              <a:off x="475920" y="1198800"/>
              <a:ext cx="142920" cy="142920"/>
            </a:xfrm>
            <a:custGeom>
              <a:avLst/>
              <a:gdLst>
                <a:gd name="textAreaLeft" fmla="*/ 0 w 142920"/>
                <a:gd name="textAreaRight" fmla="*/ 143280 w 14292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6378" h="6378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50;p2"/>
            <p:cNvSpPr/>
            <p:nvPr/>
          </p:nvSpPr>
          <p:spPr>
            <a:xfrm rot="13500000">
              <a:off x="629640" y="834840"/>
              <a:ext cx="287640" cy="226800"/>
            </a:xfrm>
            <a:custGeom>
              <a:avLst/>
              <a:gdLst>
                <a:gd name="textAreaLeft" fmla="*/ 0 w 287640"/>
                <a:gd name="textAreaRight" fmla="*/ 288000 w 287640"/>
                <a:gd name="textAreaTop" fmla="*/ 0 h 226800"/>
                <a:gd name="textAreaBottom" fmla="*/ 227160 h 226800"/>
              </a:gdLst>
              <a:ahLst/>
              <a:cxnLst/>
              <a:rect l="textAreaLeft" t="textAreaTop" r="textAreaRight" b="textAreaBottom"/>
              <a:pathLst>
                <a:path w="12825" h="10121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1;p2"/>
            <p:cNvSpPr/>
            <p:nvPr/>
          </p:nvSpPr>
          <p:spPr>
            <a:xfrm rot="13500000">
              <a:off x="649800" y="371520"/>
              <a:ext cx="181800" cy="581760"/>
            </a:xfrm>
            <a:custGeom>
              <a:avLst/>
              <a:gdLst>
                <a:gd name="textAreaLeft" fmla="*/ 0 w 181800"/>
                <a:gd name="textAreaRight" fmla="*/ 182160 w 181800"/>
                <a:gd name="textAreaTop" fmla="*/ 0 h 581760"/>
                <a:gd name="textAreaBottom" fmla="*/ 582120 h 581760"/>
              </a:gdLst>
              <a:ahLst/>
              <a:cxnLst/>
              <a:rect l="textAreaLeft" t="textAreaTop" r="textAreaRight" b="textAreaBottom"/>
              <a:pathLst>
                <a:path w="8111" h="25926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2;p2"/>
            <p:cNvSpPr/>
            <p:nvPr/>
          </p:nvSpPr>
          <p:spPr>
            <a:xfrm rot="13500000">
              <a:off x="648000" y="300960"/>
              <a:ext cx="159840" cy="30312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303120"/>
                <a:gd name="textAreaBottom" fmla="*/ 303480 h 303120"/>
              </a:gdLst>
              <a:ahLst/>
              <a:cxnLst/>
              <a:rect l="textAreaLeft" t="textAreaTop" r="textAreaRight" b="textAreaBottom"/>
              <a:pathLst>
                <a:path w="7141" h="13518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3;p2"/>
            <p:cNvSpPr/>
            <p:nvPr/>
          </p:nvSpPr>
          <p:spPr>
            <a:xfrm rot="13500000">
              <a:off x="400320" y="843840"/>
              <a:ext cx="153720" cy="20340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6863" h="9081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54;p2"/>
            <p:cNvSpPr/>
            <p:nvPr/>
          </p:nvSpPr>
          <p:spPr>
            <a:xfrm rot="13500000">
              <a:off x="875520" y="901080"/>
              <a:ext cx="144360" cy="14292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6448" h="6378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;p2"/>
            <p:cNvSpPr/>
            <p:nvPr/>
          </p:nvSpPr>
          <p:spPr>
            <a:xfrm rot="13500000">
              <a:off x="808560" y="333000"/>
              <a:ext cx="144360" cy="14436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6447" h="6448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360" bIns="72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;p2"/>
            <p:cNvSpPr/>
            <p:nvPr/>
          </p:nvSpPr>
          <p:spPr>
            <a:xfrm rot="13500000">
              <a:off x="307800" y="91512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6" h="451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7;p2"/>
            <p:cNvSpPr/>
            <p:nvPr/>
          </p:nvSpPr>
          <p:spPr>
            <a:xfrm rot="13500000">
              <a:off x="528120" y="44856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7" h="451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8;p2"/>
            <p:cNvSpPr/>
            <p:nvPr/>
          </p:nvSpPr>
          <p:spPr>
            <a:xfrm rot="13500000">
              <a:off x="515160" y="844920"/>
              <a:ext cx="166320" cy="16632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66320"/>
                <a:gd name="textAreaBottom" fmla="*/ 166680 h 166320"/>
              </a:gdLst>
              <a:ahLst/>
              <a:cxnLst/>
              <a:rect l="textAreaLeft" t="textAreaTop" r="textAreaRight" b="textAreaBottom"/>
              <a:pathLst>
                <a:path w="7418" h="7419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160" bIns="83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" name="Google Shape;59;p2"/>
          <p:cNvSpPr/>
          <p:nvPr/>
        </p:nvSpPr>
        <p:spPr>
          <a:xfrm>
            <a:off x="-131040" y="3929040"/>
            <a:ext cx="327240" cy="312480"/>
          </a:xfrm>
          <a:custGeom>
            <a:avLst/>
            <a:gdLst>
              <a:gd name="textAreaLeft" fmla="*/ 0 w 327240"/>
              <a:gd name="textAreaRight" fmla="*/ 327600 w 327240"/>
              <a:gd name="textAreaTop" fmla="*/ 0 h 312480"/>
              <a:gd name="textAreaBottom" fmla="*/ 312840 h 312480"/>
            </a:gdLst>
            <a:ahLst/>
            <a:cxnLst/>
            <a:rect l="textAreaLeft" t="textAreaTop" r="textAreaRight" b="textAreaBottom"/>
            <a:pathLst>
              <a:path w="11439" h="10933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60;p2"/>
          <p:cNvSpPr/>
          <p:nvPr/>
        </p:nvSpPr>
        <p:spPr>
          <a:xfrm>
            <a:off x="8854560" y="4537800"/>
            <a:ext cx="408960" cy="408960"/>
          </a:xfrm>
          <a:custGeom>
            <a:avLst/>
            <a:gdLst>
              <a:gd name="textAreaLeft" fmla="*/ 0 w 408960"/>
              <a:gd name="textAreaRight" fmla="*/ 409320 w 408960"/>
              <a:gd name="textAreaTop" fmla="*/ 0 h 408960"/>
              <a:gd name="textAreaBottom" fmla="*/ 409320 h 40896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61;p2"/>
          <p:cNvSpPr/>
          <p:nvPr/>
        </p:nvSpPr>
        <p:spPr>
          <a:xfrm>
            <a:off x="2442600" y="4607640"/>
            <a:ext cx="2030400" cy="2030400"/>
          </a:xfrm>
          <a:custGeom>
            <a:avLst/>
            <a:gdLst>
              <a:gd name="textAreaLeft" fmla="*/ 0 w 2030400"/>
              <a:gd name="textAreaRight" fmla="*/ 2030760 w 2030400"/>
              <a:gd name="textAreaTop" fmla="*/ 0 h 2030400"/>
              <a:gd name="textAreaBottom" fmla="*/ 2030760 h 203040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1649;p29"/>
          <p:cNvGrpSpPr/>
          <p:nvPr/>
        </p:nvGrpSpPr>
        <p:grpSpPr>
          <a:xfrm>
            <a:off x="-102240" y="-169920"/>
            <a:ext cx="9372240" cy="5483520"/>
            <a:chOff x="-102240" y="-169920"/>
            <a:chExt cx="9372240" cy="5483520"/>
          </a:xfrm>
        </p:grpSpPr>
        <p:grpSp>
          <p:nvGrpSpPr>
            <p:cNvPr id="56" name="Google Shape;1650;p29"/>
            <p:cNvGrpSpPr/>
            <p:nvPr/>
          </p:nvGrpSpPr>
          <p:grpSpPr>
            <a:xfrm>
              <a:off x="-102240" y="448920"/>
              <a:ext cx="9372240" cy="4215240"/>
              <a:chOff x="-102240" y="448920"/>
              <a:chExt cx="9372240" cy="4215240"/>
            </a:xfrm>
          </p:grpSpPr>
          <p:cxnSp>
            <p:nvCxnSpPr>
              <p:cNvPr id="57" name="Google Shape;1651;p29"/>
              <p:cNvCxnSpPr/>
              <p:nvPr/>
            </p:nvCxnSpPr>
            <p:spPr>
              <a:xfrm>
                <a:off x="-102240" y="4489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58" name="Google Shape;1652;p29"/>
              <p:cNvCxnSpPr/>
              <p:nvPr/>
            </p:nvCxnSpPr>
            <p:spPr>
              <a:xfrm>
                <a:off x="-102240" y="10512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59" name="Google Shape;1653;p29"/>
              <p:cNvCxnSpPr/>
              <p:nvPr/>
            </p:nvCxnSpPr>
            <p:spPr>
              <a:xfrm>
                <a:off x="-102240" y="16531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0" name="Google Shape;1654;p29"/>
              <p:cNvCxnSpPr/>
              <p:nvPr/>
            </p:nvCxnSpPr>
            <p:spPr>
              <a:xfrm>
                <a:off x="-102240" y="22554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1" name="Google Shape;1655;p29"/>
              <p:cNvCxnSpPr/>
              <p:nvPr/>
            </p:nvCxnSpPr>
            <p:spPr>
              <a:xfrm>
                <a:off x="-102240" y="28576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2" name="Google Shape;1656;p29"/>
              <p:cNvCxnSpPr/>
              <p:nvPr/>
            </p:nvCxnSpPr>
            <p:spPr>
              <a:xfrm>
                <a:off x="-102240" y="34596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3" name="Google Shape;1657;p29"/>
              <p:cNvCxnSpPr/>
              <p:nvPr/>
            </p:nvCxnSpPr>
            <p:spPr>
              <a:xfrm>
                <a:off x="-102240" y="40618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64" name="Google Shape;1658;p29"/>
              <p:cNvCxnSpPr/>
              <p:nvPr/>
            </p:nvCxnSpPr>
            <p:spPr>
              <a:xfrm>
                <a:off x="-102240" y="466416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</p:grpSp>
        <p:cxnSp>
          <p:nvCxnSpPr>
            <p:cNvPr id="65" name="Google Shape;1659;p29"/>
            <p:cNvCxnSpPr/>
            <p:nvPr/>
          </p:nvCxnSpPr>
          <p:spPr>
            <a:xfrm>
              <a:off x="1033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66" name="Google Shape;1660;p29"/>
            <p:cNvCxnSpPr/>
            <p:nvPr/>
          </p:nvCxnSpPr>
          <p:spPr>
            <a:xfrm>
              <a:off x="6508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67" name="Google Shape;1661;p29"/>
            <p:cNvCxnSpPr/>
            <p:nvPr/>
          </p:nvCxnSpPr>
          <p:spPr>
            <a:xfrm>
              <a:off x="11980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68" name="Google Shape;1662;p29"/>
            <p:cNvCxnSpPr/>
            <p:nvPr/>
          </p:nvCxnSpPr>
          <p:spPr>
            <a:xfrm>
              <a:off x="17456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69" name="Google Shape;1663;p29"/>
            <p:cNvCxnSpPr/>
            <p:nvPr/>
          </p:nvCxnSpPr>
          <p:spPr>
            <a:xfrm>
              <a:off x="2293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0" name="Google Shape;1664;p29"/>
            <p:cNvCxnSpPr/>
            <p:nvPr/>
          </p:nvCxnSpPr>
          <p:spPr>
            <a:xfrm>
              <a:off x="28404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1" name="Google Shape;1665;p29"/>
            <p:cNvCxnSpPr/>
            <p:nvPr/>
          </p:nvCxnSpPr>
          <p:spPr>
            <a:xfrm>
              <a:off x="33879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2" name="Google Shape;1666;p29"/>
            <p:cNvCxnSpPr/>
            <p:nvPr/>
          </p:nvCxnSpPr>
          <p:spPr>
            <a:xfrm>
              <a:off x="39351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3" name="Google Shape;1667;p29"/>
            <p:cNvCxnSpPr/>
            <p:nvPr/>
          </p:nvCxnSpPr>
          <p:spPr>
            <a:xfrm>
              <a:off x="44827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4" name="Google Shape;1668;p29"/>
            <p:cNvCxnSpPr/>
            <p:nvPr/>
          </p:nvCxnSpPr>
          <p:spPr>
            <a:xfrm>
              <a:off x="50299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5" name="Google Shape;1669;p29"/>
            <p:cNvCxnSpPr/>
            <p:nvPr/>
          </p:nvCxnSpPr>
          <p:spPr>
            <a:xfrm>
              <a:off x="55774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6" name="Google Shape;1670;p29"/>
            <p:cNvCxnSpPr/>
            <p:nvPr/>
          </p:nvCxnSpPr>
          <p:spPr>
            <a:xfrm>
              <a:off x="61246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7" name="Google Shape;1671;p29"/>
            <p:cNvCxnSpPr/>
            <p:nvPr/>
          </p:nvCxnSpPr>
          <p:spPr>
            <a:xfrm>
              <a:off x="66722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8" name="Google Shape;1672;p29"/>
            <p:cNvCxnSpPr/>
            <p:nvPr/>
          </p:nvCxnSpPr>
          <p:spPr>
            <a:xfrm>
              <a:off x="72194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79" name="Google Shape;1673;p29"/>
            <p:cNvCxnSpPr/>
            <p:nvPr/>
          </p:nvCxnSpPr>
          <p:spPr>
            <a:xfrm>
              <a:off x="77670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80" name="Google Shape;1674;p29"/>
            <p:cNvCxnSpPr/>
            <p:nvPr/>
          </p:nvCxnSpPr>
          <p:spPr>
            <a:xfrm>
              <a:off x="8314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81" name="Google Shape;1675;p29"/>
            <p:cNvCxnSpPr/>
            <p:nvPr/>
          </p:nvCxnSpPr>
          <p:spPr>
            <a:xfrm>
              <a:off x="88617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347920" y="6775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Google Shape;1678;p29"/>
          <p:cNvSpPr/>
          <p:nvPr/>
        </p:nvSpPr>
        <p:spPr>
          <a:xfrm>
            <a:off x="2099160" y="36975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CREDITS: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This presentation template was created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, and includes icons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, and infographics &amp; images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4" name="Google Shape;1679;p29"/>
          <p:cNvGrpSpPr/>
          <p:nvPr/>
        </p:nvGrpSpPr>
        <p:grpSpPr>
          <a:xfrm>
            <a:off x="7693560" y="174600"/>
            <a:ext cx="736920" cy="729360"/>
            <a:chOff x="7693560" y="174600"/>
            <a:chExt cx="736920" cy="729360"/>
          </a:xfrm>
        </p:grpSpPr>
        <p:sp>
          <p:nvSpPr>
            <p:cNvPr id="85" name="Google Shape;1680;p29"/>
            <p:cNvSpPr/>
            <p:nvPr/>
          </p:nvSpPr>
          <p:spPr>
            <a:xfrm>
              <a:off x="7799760" y="435240"/>
              <a:ext cx="410400" cy="37260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372600"/>
                <a:gd name="textAreaBottom" fmla="*/ 372960 h 372600"/>
              </a:gdLst>
              <a:ahLst/>
              <a:cxnLst/>
              <a:rect l="textAreaLeft" t="textAreaTop" r="textAreaRight" b="textAreaBottom"/>
              <a:pathLst>
                <a:path w="19618" h="17816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681;p29"/>
            <p:cNvSpPr/>
            <p:nvPr/>
          </p:nvSpPr>
          <p:spPr>
            <a:xfrm>
              <a:off x="8202960" y="272520"/>
              <a:ext cx="124560" cy="53352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533520"/>
                <a:gd name="textAreaBottom" fmla="*/ 533880 h 533520"/>
              </a:gdLst>
              <a:ahLst/>
              <a:cxnLst/>
              <a:rect l="textAreaLeft" t="textAreaTop" r="textAreaRight" b="textAreaBottom"/>
              <a:pathLst>
                <a:path w="5963" h="2551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682;p29"/>
            <p:cNvSpPr/>
            <p:nvPr/>
          </p:nvSpPr>
          <p:spPr>
            <a:xfrm>
              <a:off x="7801200" y="268200"/>
              <a:ext cx="520560" cy="176760"/>
            </a:xfrm>
            <a:custGeom>
              <a:avLst/>
              <a:gdLst>
                <a:gd name="textAreaLeft" fmla="*/ 0 w 520560"/>
                <a:gd name="textAreaRight" fmla="*/ 520920 w 52056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24886" h="8457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683;p29"/>
            <p:cNvSpPr/>
            <p:nvPr/>
          </p:nvSpPr>
          <p:spPr>
            <a:xfrm>
              <a:off x="8211600" y="174600"/>
              <a:ext cx="218880" cy="19656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10468" h="9406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684;p29"/>
            <p:cNvSpPr/>
            <p:nvPr/>
          </p:nvSpPr>
          <p:spPr>
            <a:xfrm>
              <a:off x="7693560" y="342000"/>
              <a:ext cx="218880" cy="19584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5840"/>
                <a:gd name="textAreaBottom" fmla="*/ 196200 h 195840"/>
              </a:gdLst>
              <a:ahLst/>
              <a:cxnLst/>
              <a:rect l="textAreaLeft" t="textAreaTop" r="textAreaRight" b="textAreaBottom"/>
              <a:pathLst>
                <a:path w="10468" h="9372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1685;p29"/>
            <p:cNvSpPr/>
            <p:nvPr/>
          </p:nvSpPr>
          <p:spPr>
            <a:xfrm>
              <a:off x="8097120" y="707760"/>
              <a:ext cx="220320" cy="196200"/>
            </a:xfrm>
            <a:custGeom>
              <a:avLst/>
              <a:gdLst>
                <a:gd name="textAreaLeft" fmla="*/ 0 w 220320"/>
                <a:gd name="textAreaRight" fmla="*/ 220680 w 220320"/>
                <a:gd name="textAreaTop" fmla="*/ 0 h 196200"/>
                <a:gd name="textAreaBottom" fmla="*/ 196560 h 196200"/>
              </a:gdLst>
              <a:ahLst/>
              <a:cxnLst/>
              <a:rect l="textAreaLeft" t="textAreaTop" r="textAreaRight" b="textAreaBottom"/>
              <a:pathLst>
                <a:path w="10537" h="9399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" name="Google Shape;1686;p29"/>
          <p:cNvGrpSpPr/>
          <p:nvPr/>
        </p:nvGrpSpPr>
        <p:grpSpPr>
          <a:xfrm>
            <a:off x="286920" y="289080"/>
            <a:ext cx="762480" cy="1242000"/>
            <a:chOff x="286920" y="289080"/>
            <a:chExt cx="762480" cy="1242000"/>
          </a:xfrm>
        </p:grpSpPr>
        <p:sp>
          <p:nvSpPr>
            <p:cNvPr id="92" name="Google Shape;1687;p29"/>
            <p:cNvSpPr/>
            <p:nvPr/>
          </p:nvSpPr>
          <p:spPr>
            <a:xfrm rot="13500000">
              <a:off x="497160" y="1314720"/>
              <a:ext cx="175680" cy="7596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834" h="3398">
                  <a:moveTo>
                    <a:pt x="209" y="1"/>
                  </a:moveTo>
                  <a:lnTo>
                    <a:pt x="1" y="625"/>
                  </a:lnTo>
                  <a:lnTo>
                    <a:pt x="7626" y="3397"/>
                  </a:lnTo>
                  <a:lnTo>
                    <a:pt x="7834" y="28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688;p29"/>
            <p:cNvSpPr/>
            <p:nvPr/>
          </p:nvSpPr>
          <p:spPr>
            <a:xfrm rot="13500000">
              <a:off x="584280" y="140940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7" h="4510">
                  <a:moveTo>
                    <a:pt x="2171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539"/>
                    <a:pt x="1041" y="4510"/>
                    <a:pt x="2288" y="4510"/>
                  </a:cubicBezTo>
                  <a:cubicBezTo>
                    <a:pt x="3605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88" y="4"/>
                  </a:cubicBezTo>
                  <a:cubicBezTo>
                    <a:pt x="2249" y="2"/>
                    <a:pt x="2210" y="1"/>
                    <a:pt x="2171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689;p29"/>
            <p:cNvSpPr/>
            <p:nvPr/>
          </p:nvSpPr>
          <p:spPr>
            <a:xfrm rot="13500000">
              <a:off x="464040" y="954360"/>
              <a:ext cx="217440" cy="28620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286200"/>
                <a:gd name="textAreaBottom" fmla="*/ 286560 h 286200"/>
              </a:gdLst>
              <a:ahLst/>
              <a:cxnLst/>
              <a:rect l="textAreaLeft" t="textAreaTop" r="textAreaRight" b="textAreaBottom"/>
              <a:pathLst>
                <a:path w="9705" h="12756">
                  <a:moveTo>
                    <a:pt x="485" y="1"/>
                  </a:moveTo>
                  <a:lnTo>
                    <a:pt x="0" y="347"/>
                  </a:lnTo>
                  <a:lnTo>
                    <a:pt x="9219" y="12755"/>
                  </a:lnTo>
                  <a:lnTo>
                    <a:pt x="9705" y="1240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690;p29"/>
            <p:cNvSpPr/>
            <p:nvPr/>
          </p:nvSpPr>
          <p:spPr>
            <a:xfrm rot="13500000">
              <a:off x="475920" y="1198800"/>
              <a:ext cx="142920" cy="142920"/>
            </a:xfrm>
            <a:custGeom>
              <a:avLst/>
              <a:gdLst>
                <a:gd name="textAreaLeft" fmla="*/ 0 w 142920"/>
                <a:gd name="textAreaRight" fmla="*/ 143280 w 14292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6378" h="6378">
                  <a:moveTo>
                    <a:pt x="3189" y="0"/>
                  </a:moveTo>
                  <a:cubicBezTo>
                    <a:pt x="1456" y="0"/>
                    <a:pt x="0" y="1387"/>
                    <a:pt x="0" y="3189"/>
                  </a:cubicBezTo>
                  <a:cubicBezTo>
                    <a:pt x="0" y="4991"/>
                    <a:pt x="1456" y="6378"/>
                    <a:pt x="3189" y="6378"/>
                  </a:cubicBezTo>
                  <a:cubicBezTo>
                    <a:pt x="4991" y="6378"/>
                    <a:pt x="6378" y="4922"/>
                    <a:pt x="6378" y="3189"/>
                  </a:cubicBezTo>
                  <a:cubicBezTo>
                    <a:pt x="6378" y="1387"/>
                    <a:pt x="4922" y="0"/>
                    <a:pt x="3189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691;p29"/>
            <p:cNvSpPr/>
            <p:nvPr/>
          </p:nvSpPr>
          <p:spPr>
            <a:xfrm rot="13500000">
              <a:off x="629640" y="834840"/>
              <a:ext cx="287640" cy="226800"/>
            </a:xfrm>
            <a:custGeom>
              <a:avLst/>
              <a:gdLst>
                <a:gd name="textAreaLeft" fmla="*/ 0 w 287640"/>
                <a:gd name="textAreaRight" fmla="*/ 288000 w 287640"/>
                <a:gd name="textAreaTop" fmla="*/ 0 h 226800"/>
                <a:gd name="textAreaBottom" fmla="*/ 227160 h 226800"/>
              </a:gdLst>
              <a:ahLst/>
              <a:cxnLst/>
              <a:rect l="textAreaLeft" t="textAreaTop" r="textAreaRight" b="textAreaBottom"/>
              <a:pathLst>
                <a:path w="12825" h="10121">
                  <a:moveTo>
                    <a:pt x="12478" y="0"/>
                  </a:moveTo>
                  <a:lnTo>
                    <a:pt x="0" y="9705"/>
                  </a:lnTo>
                  <a:lnTo>
                    <a:pt x="416" y="10121"/>
                  </a:lnTo>
                  <a:lnTo>
                    <a:pt x="12824" y="416"/>
                  </a:lnTo>
                  <a:lnTo>
                    <a:pt x="1247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692;p29"/>
            <p:cNvSpPr/>
            <p:nvPr/>
          </p:nvSpPr>
          <p:spPr>
            <a:xfrm rot="13500000">
              <a:off x="649800" y="371520"/>
              <a:ext cx="181800" cy="581760"/>
            </a:xfrm>
            <a:custGeom>
              <a:avLst/>
              <a:gdLst>
                <a:gd name="textAreaLeft" fmla="*/ 0 w 181800"/>
                <a:gd name="textAreaRight" fmla="*/ 182160 w 181800"/>
                <a:gd name="textAreaTop" fmla="*/ 0 h 581760"/>
                <a:gd name="textAreaBottom" fmla="*/ 582120 h 581760"/>
              </a:gdLst>
              <a:ahLst/>
              <a:cxnLst/>
              <a:rect l="textAreaLeft" t="textAreaTop" r="textAreaRight" b="textAreaBottom"/>
              <a:pathLst>
                <a:path w="8111" h="25926">
                  <a:moveTo>
                    <a:pt x="555" y="1"/>
                  </a:moveTo>
                  <a:lnTo>
                    <a:pt x="0" y="208"/>
                  </a:lnTo>
                  <a:lnTo>
                    <a:pt x="7487" y="25926"/>
                  </a:lnTo>
                  <a:lnTo>
                    <a:pt x="8111" y="257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693;p29"/>
            <p:cNvSpPr/>
            <p:nvPr/>
          </p:nvSpPr>
          <p:spPr>
            <a:xfrm rot="13500000">
              <a:off x="648000" y="300960"/>
              <a:ext cx="159840" cy="30312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303120"/>
                <a:gd name="textAreaBottom" fmla="*/ 303480 h 303120"/>
              </a:gdLst>
              <a:ahLst/>
              <a:cxnLst/>
              <a:rect l="textAreaLeft" t="textAreaTop" r="textAreaRight" b="textAreaBottom"/>
              <a:pathLst>
                <a:path w="7141" h="13518">
                  <a:moveTo>
                    <a:pt x="6586" y="1"/>
                  </a:moveTo>
                  <a:lnTo>
                    <a:pt x="1" y="13310"/>
                  </a:lnTo>
                  <a:lnTo>
                    <a:pt x="555" y="13518"/>
                  </a:lnTo>
                  <a:lnTo>
                    <a:pt x="7141" y="278"/>
                  </a:lnTo>
                  <a:lnTo>
                    <a:pt x="6586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694;p29"/>
            <p:cNvSpPr/>
            <p:nvPr/>
          </p:nvSpPr>
          <p:spPr>
            <a:xfrm rot="13500000">
              <a:off x="400320" y="843840"/>
              <a:ext cx="153720" cy="203400"/>
            </a:xfrm>
            <a:custGeom>
              <a:avLst/>
              <a:gdLst>
                <a:gd name="textAreaLeft" fmla="*/ 0 w 153720"/>
                <a:gd name="textAreaRight" fmla="*/ 154080 w 1537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6863" h="9081">
                  <a:moveTo>
                    <a:pt x="6378" y="0"/>
                  </a:moveTo>
                  <a:lnTo>
                    <a:pt x="0" y="8734"/>
                  </a:lnTo>
                  <a:lnTo>
                    <a:pt x="486" y="9081"/>
                  </a:lnTo>
                  <a:lnTo>
                    <a:pt x="6863" y="347"/>
                  </a:lnTo>
                  <a:lnTo>
                    <a:pt x="6378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695;p29"/>
            <p:cNvSpPr/>
            <p:nvPr/>
          </p:nvSpPr>
          <p:spPr>
            <a:xfrm rot="13500000">
              <a:off x="875520" y="901080"/>
              <a:ext cx="144360" cy="14292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6448" h="6378">
                  <a:moveTo>
                    <a:pt x="3258" y="0"/>
                  </a:moveTo>
                  <a:cubicBezTo>
                    <a:pt x="1525" y="0"/>
                    <a:pt x="0" y="1456"/>
                    <a:pt x="0" y="3189"/>
                  </a:cubicBezTo>
                  <a:cubicBezTo>
                    <a:pt x="0" y="5061"/>
                    <a:pt x="1525" y="6378"/>
                    <a:pt x="3258" y="6378"/>
                  </a:cubicBezTo>
                  <a:cubicBezTo>
                    <a:pt x="5061" y="6378"/>
                    <a:pt x="6447" y="4922"/>
                    <a:pt x="6447" y="3189"/>
                  </a:cubicBezTo>
                  <a:cubicBezTo>
                    <a:pt x="6447" y="1387"/>
                    <a:pt x="4991" y="0"/>
                    <a:pt x="325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640" bIns="71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696;p29"/>
            <p:cNvSpPr/>
            <p:nvPr/>
          </p:nvSpPr>
          <p:spPr>
            <a:xfrm rot="13500000">
              <a:off x="808560" y="333000"/>
              <a:ext cx="144360" cy="144360"/>
            </a:xfrm>
            <a:custGeom>
              <a:avLst/>
              <a:gdLst>
                <a:gd name="textAreaLeft" fmla="*/ 0 w 144360"/>
                <a:gd name="textAreaRight" fmla="*/ 144720 w 14436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6447" h="6448">
                  <a:moveTo>
                    <a:pt x="3189" y="1"/>
                  </a:moveTo>
                  <a:cubicBezTo>
                    <a:pt x="1456" y="1"/>
                    <a:pt x="0" y="1456"/>
                    <a:pt x="0" y="3259"/>
                  </a:cubicBezTo>
                  <a:cubicBezTo>
                    <a:pt x="0" y="4992"/>
                    <a:pt x="1456" y="6447"/>
                    <a:pt x="3189" y="6447"/>
                  </a:cubicBezTo>
                  <a:cubicBezTo>
                    <a:pt x="4991" y="6447"/>
                    <a:pt x="6447" y="4992"/>
                    <a:pt x="6447" y="3259"/>
                  </a:cubicBezTo>
                  <a:cubicBezTo>
                    <a:pt x="6447" y="1456"/>
                    <a:pt x="4991" y="1"/>
                    <a:pt x="318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360" bIns="72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697;p29"/>
            <p:cNvSpPr/>
            <p:nvPr/>
          </p:nvSpPr>
          <p:spPr>
            <a:xfrm rot="13500000">
              <a:off x="307800" y="91512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6" h="4510">
                  <a:moveTo>
                    <a:pt x="2170" y="0"/>
                  </a:moveTo>
                  <a:cubicBezTo>
                    <a:pt x="975" y="0"/>
                    <a:pt x="0" y="1013"/>
                    <a:pt x="0" y="2222"/>
                  </a:cubicBezTo>
                  <a:cubicBezTo>
                    <a:pt x="0" y="3539"/>
                    <a:pt x="1040" y="4509"/>
                    <a:pt x="2288" y="4509"/>
                  </a:cubicBezTo>
                  <a:cubicBezTo>
                    <a:pt x="3605" y="4509"/>
                    <a:pt x="4506" y="3469"/>
                    <a:pt x="4506" y="2222"/>
                  </a:cubicBezTo>
                  <a:cubicBezTo>
                    <a:pt x="4506" y="974"/>
                    <a:pt x="3466" y="4"/>
                    <a:pt x="2288" y="4"/>
                  </a:cubicBezTo>
                  <a:cubicBezTo>
                    <a:pt x="2248" y="1"/>
                    <a:pt x="2209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698;p29"/>
            <p:cNvSpPr/>
            <p:nvPr/>
          </p:nvSpPr>
          <p:spPr>
            <a:xfrm rot="13500000">
              <a:off x="528120" y="448560"/>
              <a:ext cx="100800" cy="100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4507" h="4510">
                  <a:moveTo>
                    <a:pt x="2108" y="1"/>
                  </a:moveTo>
                  <a:cubicBezTo>
                    <a:pt x="976" y="1"/>
                    <a:pt x="1" y="1016"/>
                    <a:pt x="1" y="2291"/>
                  </a:cubicBezTo>
                  <a:cubicBezTo>
                    <a:pt x="1" y="3608"/>
                    <a:pt x="1041" y="4510"/>
                    <a:pt x="2219" y="4510"/>
                  </a:cubicBezTo>
                  <a:cubicBezTo>
                    <a:pt x="3536" y="4510"/>
                    <a:pt x="4506" y="3470"/>
                    <a:pt x="4506" y="2291"/>
                  </a:cubicBezTo>
                  <a:cubicBezTo>
                    <a:pt x="4506" y="974"/>
                    <a:pt x="3467" y="4"/>
                    <a:pt x="2219" y="4"/>
                  </a:cubicBezTo>
                  <a:cubicBezTo>
                    <a:pt x="2182" y="2"/>
                    <a:pt x="2145" y="1"/>
                    <a:pt x="2108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699;p29"/>
            <p:cNvSpPr/>
            <p:nvPr/>
          </p:nvSpPr>
          <p:spPr>
            <a:xfrm rot="13500000">
              <a:off x="515160" y="844920"/>
              <a:ext cx="166320" cy="166320"/>
            </a:xfrm>
            <a:custGeom>
              <a:avLst/>
              <a:gdLst>
                <a:gd name="textAreaLeft" fmla="*/ 0 w 166320"/>
                <a:gd name="textAreaRight" fmla="*/ 166680 w 166320"/>
                <a:gd name="textAreaTop" fmla="*/ 0 h 166320"/>
                <a:gd name="textAreaBottom" fmla="*/ 166680 h 166320"/>
              </a:gdLst>
              <a:ahLst/>
              <a:cxnLst/>
              <a:rect l="textAreaLeft" t="textAreaTop" r="textAreaRight" b="textAreaBottom"/>
              <a:pathLst>
                <a:path w="7418" h="7419">
                  <a:moveTo>
                    <a:pt x="3674" y="1"/>
                  </a:moveTo>
                  <a:cubicBezTo>
                    <a:pt x="1595" y="1"/>
                    <a:pt x="0" y="1665"/>
                    <a:pt x="0" y="3744"/>
                  </a:cubicBezTo>
                  <a:cubicBezTo>
                    <a:pt x="0" y="5824"/>
                    <a:pt x="1595" y="7418"/>
                    <a:pt x="3674" y="7418"/>
                  </a:cubicBezTo>
                  <a:cubicBezTo>
                    <a:pt x="5754" y="7418"/>
                    <a:pt x="7417" y="5824"/>
                    <a:pt x="7417" y="3744"/>
                  </a:cubicBezTo>
                  <a:cubicBezTo>
                    <a:pt x="7417" y="1665"/>
                    <a:pt x="5754" y="1"/>
                    <a:pt x="3674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160" bIns="83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5" name="Google Shape;1700;p29"/>
          <p:cNvSpPr/>
          <p:nvPr/>
        </p:nvSpPr>
        <p:spPr>
          <a:xfrm>
            <a:off x="-111960" y="2471400"/>
            <a:ext cx="327240" cy="312480"/>
          </a:xfrm>
          <a:custGeom>
            <a:avLst/>
            <a:gdLst>
              <a:gd name="textAreaLeft" fmla="*/ 0 w 327240"/>
              <a:gd name="textAreaRight" fmla="*/ 327600 w 327240"/>
              <a:gd name="textAreaTop" fmla="*/ 0 h 312480"/>
              <a:gd name="textAreaBottom" fmla="*/ 312840 h 312480"/>
            </a:gdLst>
            <a:ahLst/>
            <a:cxnLst/>
            <a:rect l="textAreaLeft" t="textAreaTop" r="textAreaRight" b="textAreaBottom"/>
            <a:pathLst>
              <a:path w="11439" h="10933">
                <a:moveTo>
                  <a:pt x="5728" y="1"/>
                </a:moveTo>
                <a:cubicBezTo>
                  <a:pt x="5554" y="1"/>
                  <a:pt x="5377" y="9"/>
                  <a:pt x="5200" y="25"/>
                </a:cubicBezTo>
                <a:cubicBezTo>
                  <a:pt x="2219" y="372"/>
                  <a:pt x="1" y="3006"/>
                  <a:pt x="278" y="5986"/>
                </a:cubicBezTo>
                <a:cubicBezTo>
                  <a:pt x="539" y="8859"/>
                  <a:pt x="2891" y="10932"/>
                  <a:pt x="5712" y="10932"/>
                </a:cubicBezTo>
                <a:cubicBezTo>
                  <a:pt x="5886" y="10932"/>
                  <a:pt x="6062" y="10924"/>
                  <a:pt x="6240" y="10908"/>
                </a:cubicBezTo>
                <a:cubicBezTo>
                  <a:pt x="9290" y="10631"/>
                  <a:pt x="11438" y="7997"/>
                  <a:pt x="11161" y="4947"/>
                </a:cubicBezTo>
                <a:cubicBezTo>
                  <a:pt x="10965" y="2074"/>
                  <a:pt x="8556" y="1"/>
                  <a:pt x="5728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1701;p29"/>
          <p:cNvSpPr/>
          <p:nvPr/>
        </p:nvSpPr>
        <p:spPr>
          <a:xfrm>
            <a:off x="8473320" y="2423160"/>
            <a:ext cx="408960" cy="408960"/>
          </a:xfrm>
          <a:custGeom>
            <a:avLst/>
            <a:gdLst>
              <a:gd name="textAreaLeft" fmla="*/ 0 w 408960"/>
              <a:gd name="textAreaRight" fmla="*/ 409320 w 408960"/>
              <a:gd name="textAreaTop" fmla="*/ 0 h 408960"/>
              <a:gd name="textAreaBottom" fmla="*/ 409320 h 40896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Google Shape;1702;p29"/>
          <p:cNvSpPr/>
          <p:nvPr/>
        </p:nvSpPr>
        <p:spPr>
          <a:xfrm>
            <a:off x="7252560" y="4502520"/>
            <a:ext cx="2030400" cy="2030400"/>
          </a:xfrm>
          <a:custGeom>
            <a:avLst/>
            <a:gdLst>
              <a:gd name="textAreaLeft" fmla="*/ 0 w 2030400"/>
              <a:gd name="textAreaRight" fmla="*/ 2030760 w 2030400"/>
              <a:gd name="textAreaTop" fmla="*/ 0 h 2030400"/>
              <a:gd name="textAreaBottom" fmla="*/ 2030760 h 203040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8" name="Google Shape;1703;p29"/>
          <p:cNvGrpSpPr/>
          <p:nvPr/>
        </p:nvGrpSpPr>
        <p:grpSpPr>
          <a:xfrm>
            <a:off x="350280" y="3929040"/>
            <a:ext cx="973440" cy="941400"/>
            <a:chOff x="350280" y="3929040"/>
            <a:chExt cx="973440" cy="941400"/>
          </a:xfrm>
        </p:grpSpPr>
        <p:sp>
          <p:nvSpPr>
            <p:cNvPr id="109" name="Google Shape;1704;p29"/>
            <p:cNvSpPr/>
            <p:nvPr/>
          </p:nvSpPr>
          <p:spPr>
            <a:xfrm flipH="1">
              <a:off x="350280" y="3929040"/>
              <a:ext cx="146160" cy="80280"/>
            </a:xfrm>
            <a:custGeom>
              <a:avLst/>
              <a:gdLst>
                <a:gd name="textAreaLeft" fmla="*/ 360 w 146160"/>
                <a:gd name="textAreaRight" fmla="*/ 146880 w 1461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8943" h="4923">
                  <a:moveTo>
                    <a:pt x="70" y="1"/>
                  </a:moveTo>
                  <a:lnTo>
                    <a:pt x="1" y="1942"/>
                  </a:lnTo>
                  <a:lnTo>
                    <a:pt x="3813" y="3467"/>
                  </a:lnTo>
                  <a:lnTo>
                    <a:pt x="7556" y="4923"/>
                  </a:lnTo>
                  <a:lnTo>
                    <a:pt x="8943" y="3536"/>
                  </a:lnTo>
                  <a:lnTo>
                    <a:pt x="4506" y="1734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705;p29"/>
            <p:cNvSpPr/>
            <p:nvPr/>
          </p:nvSpPr>
          <p:spPr>
            <a:xfrm flipH="1">
              <a:off x="387720" y="3966480"/>
              <a:ext cx="199440" cy="300600"/>
            </a:xfrm>
            <a:custGeom>
              <a:avLst/>
              <a:gdLst>
                <a:gd name="textAreaLeft" fmla="*/ 360 w 199440"/>
                <a:gd name="textAreaRight" fmla="*/ 200160 w 19944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12201" h="18370">
                  <a:moveTo>
                    <a:pt x="6516" y="0"/>
                  </a:moveTo>
                  <a:lnTo>
                    <a:pt x="0" y="16082"/>
                  </a:lnTo>
                  <a:lnTo>
                    <a:pt x="5684" y="18370"/>
                  </a:lnTo>
                  <a:lnTo>
                    <a:pt x="12200" y="2288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706;p29"/>
            <p:cNvSpPr/>
            <p:nvPr/>
          </p:nvSpPr>
          <p:spPr>
            <a:xfrm flipH="1">
              <a:off x="466560" y="4230000"/>
              <a:ext cx="466200" cy="508320"/>
            </a:xfrm>
            <a:custGeom>
              <a:avLst/>
              <a:gdLst>
                <a:gd name="textAreaLeft" fmla="*/ -360 w 466200"/>
                <a:gd name="textAreaRight" fmla="*/ 466200 w 466200"/>
                <a:gd name="textAreaTop" fmla="*/ 0 h 508320"/>
                <a:gd name="textAreaBottom" fmla="*/ 508680 h 508320"/>
              </a:gdLst>
              <a:ahLst/>
              <a:cxnLst/>
              <a:rect l="textAreaLeft" t="textAreaTop" r="textAreaRight" b="textAreaBottom"/>
              <a:pathLst>
                <a:path w="28491" h="31056">
                  <a:moveTo>
                    <a:pt x="21143" y="0"/>
                  </a:moveTo>
                  <a:lnTo>
                    <a:pt x="1" y="19479"/>
                  </a:lnTo>
                  <a:lnTo>
                    <a:pt x="14281" y="25302"/>
                  </a:lnTo>
                  <a:lnTo>
                    <a:pt x="28491" y="31055"/>
                  </a:lnTo>
                  <a:lnTo>
                    <a:pt x="26896" y="2357"/>
                  </a:lnTo>
                  <a:lnTo>
                    <a:pt x="23985" y="1248"/>
                  </a:lnTo>
                  <a:lnTo>
                    <a:pt x="2114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707;p29"/>
            <p:cNvSpPr/>
            <p:nvPr/>
          </p:nvSpPr>
          <p:spPr>
            <a:xfrm flipH="1">
              <a:off x="387720" y="3966480"/>
              <a:ext cx="92880" cy="37080"/>
            </a:xfrm>
            <a:custGeom>
              <a:avLst/>
              <a:gdLst>
                <a:gd name="textAreaLeft" fmla="*/ 360 w 92880"/>
                <a:gd name="textAreaRight" fmla="*/ 93600 w 9288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5686" h="2288">
                  <a:moveTo>
                    <a:pt x="1" y="0"/>
                  </a:moveTo>
                  <a:lnTo>
                    <a:pt x="1" y="0"/>
                  </a:lnTo>
                  <a:cubicBezTo>
                    <a:pt x="1734" y="1179"/>
                    <a:pt x="3744" y="1941"/>
                    <a:pt x="5685" y="2288"/>
                  </a:cubicBezTo>
                  <a:cubicBezTo>
                    <a:pt x="3952" y="1179"/>
                    <a:pt x="2011" y="41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708;p29"/>
            <p:cNvSpPr/>
            <p:nvPr/>
          </p:nvSpPr>
          <p:spPr>
            <a:xfrm flipH="1">
              <a:off x="465120" y="4399200"/>
              <a:ext cx="467640" cy="339120"/>
            </a:xfrm>
            <a:custGeom>
              <a:avLst/>
              <a:gdLst>
                <a:gd name="textAreaLeft" fmla="*/ -360 w 467640"/>
                <a:gd name="textAreaRight" fmla="*/ 467640 w 46764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8561" h="20728">
                  <a:moveTo>
                    <a:pt x="9913" y="1"/>
                  </a:moveTo>
                  <a:lnTo>
                    <a:pt x="1" y="9151"/>
                  </a:lnTo>
                  <a:lnTo>
                    <a:pt x="28560" y="20727"/>
                  </a:lnTo>
                  <a:lnTo>
                    <a:pt x="28560" y="20727"/>
                  </a:lnTo>
                  <a:lnTo>
                    <a:pt x="27451" y="3813"/>
                  </a:lnTo>
                  <a:cubicBezTo>
                    <a:pt x="26329" y="3568"/>
                    <a:pt x="25294" y="3468"/>
                    <a:pt x="24337" y="3468"/>
                  </a:cubicBezTo>
                  <a:cubicBezTo>
                    <a:pt x="20206" y="3468"/>
                    <a:pt x="17529" y="5324"/>
                    <a:pt x="15612" y="5324"/>
                  </a:cubicBezTo>
                  <a:cubicBezTo>
                    <a:pt x="15338" y="5324"/>
                    <a:pt x="15080" y="5286"/>
                    <a:pt x="14835" y="5200"/>
                  </a:cubicBezTo>
                  <a:cubicBezTo>
                    <a:pt x="12548" y="4299"/>
                    <a:pt x="13449" y="2150"/>
                    <a:pt x="991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709;p29"/>
            <p:cNvSpPr/>
            <p:nvPr/>
          </p:nvSpPr>
          <p:spPr>
            <a:xfrm flipH="1">
              <a:off x="588960" y="4355280"/>
              <a:ext cx="97560" cy="82080"/>
            </a:xfrm>
            <a:custGeom>
              <a:avLst/>
              <a:gdLst>
                <a:gd name="textAreaLeft" fmla="*/ -360 w 97560"/>
                <a:gd name="textAreaRight" fmla="*/ 97560 w 9756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5985" h="5033">
                  <a:moveTo>
                    <a:pt x="3083" y="1"/>
                  </a:moveTo>
                  <a:cubicBezTo>
                    <a:pt x="2053" y="1"/>
                    <a:pt x="1115" y="760"/>
                    <a:pt x="786" y="1693"/>
                  </a:cubicBezTo>
                  <a:cubicBezTo>
                    <a:pt x="1124" y="949"/>
                    <a:pt x="1908" y="601"/>
                    <a:pt x="2695" y="601"/>
                  </a:cubicBezTo>
                  <a:cubicBezTo>
                    <a:pt x="3520" y="601"/>
                    <a:pt x="4348" y="984"/>
                    <a:pt x="4667" y="1693"/>
                  </a:cubicBezTo>
                  <a:cubicBezTo>
                    <a:pt x="5289" y="3106"/>
                    <a:pt x="4391" y="4656"/>
                    <a:pt x="3024" y="4656"/>
                  </a:cubicBezTo>
                  <a:cubicBezTo>
                    <a:pt x="2714" y="4656"/>
                    <a:pt x="2380" y="4576"/>
                    <a:pt x="2033" y="4397"/>
                  </a:cubicBezTo>
                  <a:cubicBezTo>
                    <a:pt x="1132" y="3981"/>
                    <a:pt x="300" y="2802"/>
                    <a:pt x="786" y="1693"/>
                  </a:cubicBezTo>
                  <a:lnTo>
                    <a:pt x="786" y="1693"/>
                  </a:lnTo>
                  <a:cubicBezTo>
                    <a:pt x="1" y="3431"/>
                    <a:pt x="1029" y="5032"/>
                    <a:pt x="2660" y="5032"/>
                  </a:cubicBezTo>
                  <a:cubicBezTo>
                    <a:pt x="3047" y="5032"/>
                    <a:pt x="3467" y="4943"/>
                    <a:pt x="3905" y="4743"/>
                  </a:cubicBezTo>
                  <a:cubicBezTo>
                    <a:pt x="5846" y="3842"/>
                    <a:pt x="5984" y="1000"/>
                    <a:pt x="3905" y="168"/>
                  </a:cubicBezTo>
                  <a:cubicBezTo>
                    <a:pt x="3631" y="53"/>
                    <a:pt x="3354" y="1"/>
                    <a:pt x="308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710;p29"/>
            <p:cNvSpPr/>
            <p:nvPr/>
          </p:nvSpPr>
          <p:spPr>
            <a:xfrm flipH="1">
              <a:off x="537480" y="4520520"/>
              <a:ext cx="83520" cy="70920"/>
            </a:xfrm>
            <a:custGeom>
              <a:avLst/>
              <a:gdLst>
                <a:gd name="textAreaLeft" fmla="*/ 360 w 83520"/>
                <a:gd name="textAreaRight" fmla="*/ 84240 w 83520"/>
                <a:gd name="textAreaTop" fmla="*/ 0 h 70920"/>
                <a:gd name="textAreaBottom" fmla="*/ 71280 h 70920"/>
              </a:gdLst>
              <a:ahLst/>
              <a:cxnLst/>
              <a:rect l="textAreaLeft" t="textAreaTop" r="textAreaRight" b="textAreaBottom"/>
              <a:pathLst>
                <a:path w="5122" h="4347">
                  <a:moveTo>
                    <a:pt x="2273" y="541"/>
                  </a:moveTo>
                  <a:cubicBezTo>
                    <a:pt x="2547" y="541"/>
                    <a:pt x="2816" y="595"/>
                    <a:pt x="3041" y="697"/>
                  </a:cubicBezTo>
                  <a:cubicBezTo>
                    <a:pt x="3873" y="1044"/>
                    <a:pt x="4359" y="2014"/>
                    <a:pt x="4081" y="2915"/>
                  </a:cubicBezTo>
                  <a:cubicBezTo>
                    <a:pt x="3885" y="3553"/>
                    <a:pt x="3272" y="3982"/>
                    <a:pt x="2611" y="3982"/>
                  </a:cubicBezTo>
                  <a:cubicBezTo>
                    <a:pt x="2338" y="3982"/>
                    <a:pt x="2057" y="3909"/>
                    <a:pt x="1794" y="3747"/>
                  </a:cubicBezTo>
                  <a:cubicBezTo>
                    <a:pt x="1031" y="3401"/>
                    <a:pt x="338" y="2430"/>
                    <a:pt x="685" y="1529"/>
                  </a:cubicBezTo>
                  <a:cubicBezTo>
                    <a:pt x="929" y="846"/>
                    <a:pt x="1619" y="541"/>
                    <a:pt x="2273" y="541"/>
                  </a:cubicBezTo>
                  <a:close/>
                  <a:moveTo>
                    <a:pt x="2614" y="1"/>
                  </a:moveTo>
                  <a:cubicBezTo>
                    <a:pt x="1700" y="1"/>
                    <a:pt x="892" y="698"/>
                    <a:pt x="615" y="1529"/>
                  </a:cubicBezTo>
                  <a:cubicBezTo>
                    <a:pt x="0" y="2983"/>
                    <a:pt x="874" y="4346"/>
                    <a:pt x="2180" y="4346"/>
                  </a:cubicBezTo>
                  <a:cubicBezTo>
                    <a:pt x="2494" y="4346"/>
                    <a:pt x="2832" y="4268"/>
                    <a:pt x="3180" y="4094"/>
                  </a:cubicBezTo>
                  <a:cubicBezTo>
                    <a:pt x="5052" y="3331"/>
                    <a:pt x="5121" y="905"/>
                    <a:pt x="3319" y="143"/>
                  </a:cubicBezTo>
                  <a:cubicBezTo>
                    <a:pt x="3082" y="45"/>
                    <a:pt x="2844" y="1"/>
                    <a:pt x="261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640" bIns="35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711;p29"/>
            <p:cNvSpPr/>
            <p:nvPr/>
          </p:nvSpPr>
          <p:spPr>
            <a:xfrm flipH="1">
              <a:off x="750960" y="4506120"/>
              <a:ext cx="62640" cy="54360"/>
            </a:xfrm>
            <a:custGeom>
              <a:avLst/>
              <a:gdLst>
                <a:gd name="textAreaLeft" fmla="*/ 360 w 62640"/>
                <a:gd name="textAreaRight" fmla="*/ 63360 w 62640"/>
                <a:gd name="textAreaTop" fmla="*/ 0 h 54360"/>
                <a:gd name="textAreaBottom" fmla="*/ 54720 h 54360"/>
              </a:gdLst>
              <a:ahLst/>
              <a:cxnLst/>
              <a:rect l="textAreaLeft" t="textAreaTop" r="textAreaRight" b="textAreaBottom"/>
              <a:pathLst>
                <a:path w="3839" h="3341">
                  <a:moveTo>
                    <a:pt x="1594" y="528"/>
                  </a:moveTo>
                  <a:cubicBezTo>
                    <a:pt x="1821" y="528"/>
                    <a:pt x="2049" y="583"/>
                    <a:pt x="2244" y="680"/>
                  </a:cubicBezTo>
                  <a:cubicBezTo>
                    <a:pt x="2798" y="888"/>
                    <a:pt x="3145" y="1512"/>
                    <a:pt x="3006" y="2136"/>
                  </a:cubicBezTo>
                  <a:cubicBezTo>
                    <a:pt x="2959" y="2658"/>
                    <a:pt x="2521" y="2953"/>
                    <a:pt x="2049" y="2953"/>
                  </a:cubicBezTo>
                  <a:cubicBezTo>
                    <a:pt x="1832" y="2953"/>
                    <a:pt x="1609" y="2891"/>
                    <a:pt x="1412" y="2760"/>
                  </a:cubicBezTo>
                  <a:cubicBezTo>
                    <a:pt x="927" y="2482"/>
                    <a:pt x="303" y="1858"/>
                    <a:pt x="580" y="1165"/>
                  </a:cubicBezTo>
                  <a:cubicBezTo>
                    <a:pt x="760" y="715"/>
                    <a:pt x="1174" y="528"/>
                    <a:pt x="1594" y="528"/>
                  </a:cubicBezTo>
                  <a:close/>
                  <a:moveTo>
                    <a:pt x="1931" y="1"/>
                  </a:moveTo>
                  <a:cubicBezTo>
                    <a:pt x="1276" y="1"/>
                    <a:pt x="676" y="561"/>
                    <a:pt x="511" y="1165"/>
                  </a:cubicBezTo>
                  <a:cubicBezTo>
                    <a:pt x="1" y="2299"/>
                    <a:pt x="650" y="3341"/>
                    <a:pt x="1662" y="3341"/>
                  </a:cubicBezTo>
                  <a:cubicBezTo>
                    <a:pt x="1887" y="3341"/>
                    <a:pt x="2130" y="3289"/>
                    <a:pt x="2383" y="3175"/>
                  </a:cubicBezTo>
                  <a:cubicBezTo>
                    <a:pt x="3769" y="2552"/>
                    <a:pt x="3838" y="749"/>
                    <a:pt x="2452" y="125"/>
                  </a:cubicBezTo>
                  <a:cubicBezTo>
                    <a:pt x="2279" y="39"/>
                    <a:pt x="2103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7" name="Google Shape;1712;p29"/>
            <p:cNvGrpSpPr/>
            <p:nvPr/>
          </p:nvGrpSpPr>
          <p:grpSpPr>
            <a:xfrm>
              <a:off x="973800" y="4355280"/>
              <a:ext cx="349920" cy="515160"/>
              <a:chOff x="973800" y="4355280"/>
              <a:chExt cx="349920" cy="515160"/>
            </a:xfrm>
          </p:grpSpPr>
          <p:sp>
            <p:nvSpPr>
              <p:cNvPr id="118" name="Google Shape;1713;p29"/>
              <p:cNvSpPr/>
              <p:nvPr/>
            </p:nvSpPr>
            <p:spPr>
              <a:xfrm flipH="1">
                <a:off x="1177560" y="4355280"/>
                <a:ext cx="146160" cy="101880"/>
              </a:xfrm>
              <a:custGeom>
                <a:avLst/>
                <a:gdLst>
                  <a:gd name="textAreaLeft" fmla="*/ 360 w 146160"/>
                  <a:gd name="textAreaRight" fmla="*/ 146880 w 14616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8944" h="624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1714;p29"/>
              <p:cNvSpPr/>
              <p:nvPr/>
            </p:nvSpPr>
            <p:spPr>
              <a:xfrm flipH="1">
                <a:off x="973440" y="4401000"/>
                <a:ext cx="310680" cy="469440"/>
              </a:xfrm>
              <a:custGeom>
                <a:avLst/>
                <a:gdLst>
                  <a:gd name="textAreaLeft" fmla="*/ -360 w 310680"/>
                  <a:gd name="textAreaRight" fmla="*/ 310680 w 310680"/>
                  <a:gd name="textAreaTop" fmla="*/ 0 h 469440"/>
                  <a:gd name="textAreaBottom" fmla="*/ 469800 h 469440"/>
                </a:gdLst>
                <a:ahLst/>
                <a:cxnLst/>
                <a:rect l="textAreaLeft" t="textAreaTop" r="textAreaRight" b="textAreaBottom"/>
                <a:pathLst>
                  <a:path w="18994" h="28679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1715;p29"/>
              <p:cNvSpPr/>
              <p:nvPr/>
            </p:nvSpPr>
            <p:spPr>
              <a:xfrm flipH="1">
                <a:off x="979920" y="4547520"/>
                <a:ext cx="252720" cy="322920"/>
              </a:xfrm>
              <a:custGeom>
                <a:avLst/>
                <a:gdLst>
                  <a:gd name="textAreaLeft" fmla="*/ 360 w 252720"/>
                  <a:gd name="textAreaRight" fmla="*/ 253440 w 252720"/>
                  <a:gd name="textAreaTop" fmla="*/ 0 h 322920"/>
                  <a:gd name="textAreaBottom" fmla="*/ 323280 h 322920"/>
                </a:gdLst>
                <a:ahLst/>
                <a:cxnLst/>
                <a:rect l="textAreaLeft" t="textAreaTop" r="textAreaRight" b="textAreaBottom"/>
                <a:pathLst>
                  <a:path w="15459" h="19727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1716;p29"/>
              <p:cNvSpPr/>
              <p:nvPr/>
            </p:nvSpPr>
            <p:spPr>
              <a:xfrm flipH="1">
                <a:off x="1173960" y="4446360"/>
                <a:ext cx="49680" cy="2700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3051" h="1664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1717;p29"/>
              <p:cNvSpPr/>
              <p:nvPr/>
            </p:nvSpPr>
            <p:spPr>
              <a:xfrm flipH="1">
                <a:off x="1153800" y="4484880"/>
                <a:ext cx="33840" cy="18720"/>
              </a:xfrm>
              <a:custGeom>
                <a:avLst/>
                <a:gdLst>
                  <a:gd name="textAreaLeft" fmla="*/ 360 w 33840"/>
                  <a:gd name="textAreaRight" fmla="*/ 34560 w 33840"/>
                  <a:gd name="textAreaTop" fmla="*/ 0 h 18720"/>
                  <a:gd name="textAreaBottom" fmla="*/ 19080 h 18720"/>
                </a:gdLst>
                <a:ahLst/>
                <a:cxnLst/>
                <a:rect l="textAreaLeft" t="textAreaTop" r="textAreaRight" b="textAreaBottom"/>
                <a:pathLst>
                  <a:path w="2080" h="1162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360" bIns="9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1718;p29"/>
              <p:cNvSpPr/>
              <p:nvPr/>
            </p:nvSpPr>
            <p:spPr>
              <a:xfrm flipH="1">
                <a:off x="1133280" y="4522320"/>
                <a:ext cx="49680" cy="2700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3051" h="1665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1719;p29"/>
              <p:cNvSpPr/>
              <p:nvPr/>
            </p:nvSpPr>
            <p:spPr>
              <a:xfrm flipH="1">
                <a:off x="1111680" y="4560840"/>
                <a:ext cx="33840" cy="19440"/>
              </a:xfrm>
              <a:custGeom>
                <a:avLst/>
                <a:gdLst>
                  <a:gd name="textAreaLeft" fmla="*/ 360 w 33840"/>
                  <a:gd name="textAreaRight" fmla="*/ 34560 w 33840"/>
                  <a:gd name="textAreaTop" fmla="*/ 0 h 19440"/>
                  <a:gd name="textAreaBottom" fmla="*/ 19800 h 19440"/>
                </a:gdLst>
                <a:ahLst/>
                <a:cxnLst/>
                <a:rect l="textAreaLeft" t="textAreaTop" r="textAreaRight" b="textAreaBottom"/>
                <a:pathLst>
                  <a:path w="2081" h="1214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1720;p29"/>
              <p:cNvSpPr/>
              <p:nvPr/>
            </p:nvSpPr>
            <p:spPr>
              <a:xfrm flipH="1">
                <a:off x="1092240" y="4599720"/>
                <a:ext cx="49680" cy="27000"/>
              </a:xfrm>
              <a:custGeom>
                <a:avLst/>
                <a:gdLst>
                  <a:gd name="textAreaLeft" fmla="*/ 360 w 49680"/>
                  <a:gd name="textAreaRight" fmla="*/ 50400 w 4968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3051" h="1664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1721;p29"/>
              <p:cNvSpPr/>
              <p:nvPr/>
            </p:nvSpPr>
            <p:spPr>
              <a:xfrm flipH="1">
                <a:off x="1072080" y="4638240"/>
                <a:ext cx="33840" cy="18720"/>
              </a:xfrm>
              <a:custGeom>
                <a:avLst/>
                <a:gdLst>
                  <a:gd name="textAreaLeft" fmla="*/ 360 w 33840"/>
                  <a:gd name="textAreaRight" fmla="*/ 34560 w 33840"/>
                  <a:gd name="textAreaTop" fmla="*/ 0 h 18720"/>
                  <a:gd name="textAreaBottom" fmla="*/ 19080 h 18720"/>
                </a:gdLst>
                <a:ahLst/>
                <a:cxnLst/>
                <a:rect l="textAreaLeft" t="textAreaTop" r="textAreaRight" b="textAreaBottom"/>
                <a:pathLst>
                  <a:path w="2080" h="1162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360" bIns="9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1722;p29"/>
              <p:cNvSpPr/>
              <p:nvPr/>
            </p:nvSpPr>
            <p:spPr>
              <a:xfrm flipH="1">
                <a:off x="1050840" y="4675680"/>
                <a:ext cx="48600" cy="27000"/>
              </a:xfrm>
              <a:custGeom>
                <a:avLst/>
                <a:gdLst>
                  <a:gd name="textAreaLeft" fmla="*/ -360 w 48600"/>
                  <a:gd name="textAreaRight" fmla="*/ 48600 w 48600"/>
                  <a:gd name="textAreaTop" fmla="*/ 0 h 27000"/>
                  <a:gd name="textAreaBottom" fmla="*/ 27360 h 27000"/>
                </a:gdLst>
                <a:ahLst/>
                <a:cxnLst/>
                <a:rect l="textAreaLeft" t="textAreaTop" r="textAreaRight" b="textAreaBottom"/>
                <a:pathLst>
                  <a:path w="2982" h="1665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3680" bIns="13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1723;p29"/>
              <p:cNvSpPr/>
              <p:nvPr/>
            </p:nvSpPr>
            <p:spPr>
              <a:xfrm flipH="1">
                <a:off x="1031040" y="4714200"/>
                <a:ext cx="33840" cy="19440"/>
              </a:xfrm>
              <a:custGeom>
                <a:avLst/>
                <a:gdLst>
                  <a:gd name="textAreaLeft" fmla="*/ 360 w 33840"/>
                  <a:gd name="textAreaRight" fmla="*/ 34560 w 33840"/>
                  <a:gd name="textAreaTop" fmla="*/ 0 h 19440"/>
                  <a:gd name="textAreaBottom" fmla="*/ 19800 h 19440"/>
                </a:gdLst>
                <a:ahLst/>
                <a:cxnLst/>
                <a:rect l="textAreaLeft" t="textAreaTop" r="textAreaRight" b="textAreaBottom"/>
                <a:pathLst>
                  <a:path w="2081" h="1214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1724;p29"/>
              <p:cNvSpPr/>
              <p:nvPr/>
            </p:nvSpPr>
            <p:spPr>
              <a:xfrm flipH="1">
                <a:off x="1185840" y="4372560"/>
                <a:ext cx="127800" cy="67680"/>
              </a:xfrm>
              <a:custGeom>
                <a:avLst/>
                <a:gdLst>
                  <a:gd name="textAreaLeft" fmla="*/ -360 w 127800"/>
                  <a:gd name="textAreaRight" fmla="*/ 127800 w 1278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7834" h="416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273;p6"/>
          <p:cNvGrpSpPr/>
          <p:nvPr/>
        </p:nvGrpSpPr>
        <p:grpSpPr>
          <a:xfrm>
            <a:off x="-102240" y="-169920"/>
            <a:ext cx="9372240" cy="5483520"/>
            <a:chOff x="-102240" y="-169920"/>
            <a:chExt cx="9372240" cy="5483520"/>
          </a:xfrm>
        </p:grpSpPr>
        <p:grpSp>
          <p:nvGrpSpPr>
            <p:cNvPr id="131" name="Google Shape;274;p6"/>
            <p:cNvGrpSpPr/>
            <p:nvPr/>
          </p:nvGrpSpPr>
          <p:grpSpPr>
            <a:xfrm>
              <a:off x="-102240" y="448920"/>
              <a:ext cx="9372240" cy="4215240"/>
              <a:chOff x="-102240" y="448920"/>
              <a:chExt cx="9372240" cy="4215240"/>
            </a:xfrm>
          </p:grpSpPr>
          <p:cxnSp>
            <p:nvCxnSpPr>
              <p:cNvPr id="132" name="Google Shape;275;p6"/>
              <p:cNvCxnSpPr/>
              <p:nvPr/>
            </p:nvCxnSpPr>
            <p:spPr>
              <a:xfrm>
                <a:off x="-102240" y="4489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3" name="Google Shape;276;p6"/>
              <p:cNvCxnSpPr/>
              <p:nvPr/>
            </p:nvCxnSpPr>
            <p:spPr>
              <a:xfrm>
                <a:off x="-102240" y="10512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4" name="Google Shape;277;p6"/>
              <p:cNvCxnSpPr/>
              <p:nvPr/>
            </p:nvCxnSpPr>
            <p:spPr>
              <a:xfrm>
                <a:off x="-102240" y="165312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5" name="Google Shape;278;p6"/>
              <p:cNvCxnSpPr/>
              <p:nvPr/>
            </p:nvCxnSpPr>
            <p:spPr>
              <a:xfrm>
                <a:off x="-102240" y="22554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6" name="Google Shape;279;p6"/>
              <p:cNvCxnSpPr/>
              <p:nvPr/>
            </p:nvCxnSpPr>
            <p:spPr>
              <a:xfrm>
                <a:off x="-102240" y="28576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7" name="Google Shape;280;p6"/>
              <p:cNvCxnSpPr/>
              <p:nvPr/>
            </p:nvCxnSpPr>
            <p:spPr>
              <a:xfrm>
                <a:off x="-102240" y="345960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8" name="Google Shape;281;p6"/>
              <p:cNvCxnSpPr/>
              <p:nvPr/>
            </p:nvCxnSpPr>
            <p:spPr>
              <a:xfrm>
                <a:off x="-102240" y="406188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  <p:cxnSp>
            <p:nvCxnSpPr>
              <p:cNvPr id="139" name="Google Shape;282;p6"/>
              <p:cNvCxnSpPr/>
              <p:nvPr/>
            </p:nvCxnSpPr>
            <p:spPr>
              <a:xfrm>
                <a:off x="-102240" y="4664160"/>
                <a:ext cx="9372600" cy="360"/>
              </a:xfrm>
              <a:prstGeom prst="straightConnector1">
                <a:avLst/>
              </a:prstGeom>
              <a:ln w="9525">
                <a:solidFill>
                  <a:srgbClr val="F3F3F3"/>
                </a:solidFill>
                <a:round/>
              </a:ln>
            </p:spPr>
          </p:cxnSp>
        </p:grpSp>
        <p:cxnSp>
          <p:nvCxnSpPr>
            <p:cNvPr id="140" name="Google Shape;283;p6"/>
            <p:cNvCxnSpPr/>
            <p:nvPr/>
          </p:nvCxnSpPr>
          <p:spPr>
            <a:xfrm>
              <a:off x="1033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1" name="Google Shape;284;p6"/>
            <p:cNvCxnSpPr/>
            <p:nvPr/>
          </p:nvCxnSpPr>
          <p:spPr>
            <a:xfrm>
              <a:off x="6508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2" name="Google Shape;285;p6"/>
            <p:cNvCxnSpPr/>
            <p:nvPr/>
          </p:nvCxnSpPr>
          <p:spPr>
            <a:xfrm>
              <a:off x="11980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3" name="Google Shape;286;p6"/>
            <p:cNvCxnSpPr/>
            <p:nvPr/>
          </p:nvCxnSpPr>
          <p:spPr>
            <a:xfrm>
              <a:off x="17456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4" name="Google Shape;287;p6"/>
            <p:cNvCxnSpPr/>
            <p:nvPr/>
          </p:nvCxnSpPr>
          <p:spPr>
            <a:xfrm>
              <a:off x="2293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5" name="Google Shape;288;p6"/>
            <p:cNvCxnSpPr/>
            <p:nvPr/>
          </p:nvCxnSpPr>
          <p:spPr>
            <a:xfrm>
              <a:off x="28404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6" name="Google Shape;289;p6"/>
            <p:cNvCxnSpPr/>
            <p:nvPr/>
          </p:nvCxnSpPr>
          <p:spPr>
            <a:xfrm>
              <a:off x="33879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7" name="Google Shape;290;p6"/>
            <p:cNvCxnSpPr/>
            <p:nvPr/>
          </p:nvCxnSpPr>
          <p:spPr>
            <a:xfrm>
              <a:off x="39351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8" name="Google Shape;291;p6"/>
            <p:cNvCxnSpPr/>
            <p:nvPr/>
          </p:nvCxnSpPr>
          <p:spPr>
            <a:xfrm>
              <a:off x="44827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49" name="Google Shape;292;p6"/>
            <p:cNvCxnSpPr/>
            <p:nvPr/>
          </p:nvCxnSpPr>
          <p:spPr>
            <a:xfrm>
              <a:off x="502992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0" name="Google Shape;293;p6"/>
            <p:cNvCxnSpPr/>
            <p:nvPr/>
          </p:nvCxnSpPr>
          <p:spPr>
            <a:xfrm>
              <a:off x="55774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1" name="Google Shape;294;p6"/>
            <p:cNvCxnSpPr/>
            <p:nvPr/>
          </p:nvCxnSpPr>
          <p:spPr>
            <a:xfrm>
              <a:off x="612468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2" name="Google Shape;295;p6"/>
            <p:cNvCxnSpPr/>
            <p:nvPr/>
          </p:nvCxnSpPr>
          <p:spPr>
            <a:xfrm>
              <a:off x="66722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3" name="Google Shape;296;p6"/>
            <p:cNvCxnSpPr/>
            <p:nvPr/>
          </p:nvCxnSpPr>
          <p:spPr>
            <a:xfrm>
              <a:off x="721944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4" name="Google Shape;297;p6"/>
            <p:cNvCxnSpPr/>
            <p:nvPr/>
          </p:nvCxnSpPr>
          <p:spPr>
            <a:xfrm>
              <a:off x="77670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5" name="Google Shape;298;p6"/>
            <p:cNvCxnSpPr/>
            <p:nvPr/>
          </p:nvCxnSpPr>
          <p:spPr>
            <a:xfrm>
              <a:off x="831420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  <p:cxnSp>
          <p:nvCxnSpPr>
            <p:cNvPr id="156" name="Google Shape;299;p6"/>
            <p:cNvCxnSpPr/>
            <p:nvPr/>
          </p:nvCxnSpPr>
          <p:spPr>
            <a:xfrm>
              <a:off x="8861760" y="-169920"/>
              <a:ext cx="360" cy="5483880"/>
            </a:xfrm>
            <a:prstGeom prst="straightConnector1">
              <a:avLst/>
            </a:prstGeom>
            <a:ln w="9525">
              <a:solidFill>
                <a:srgbClr val="F3F3F3"/>
              </a:solidFill>
              <a:round/>
            </a:ln>
          </p:spPr>
        </p:cxnSp>
      </p:grpSp>
      <p:grpSp>
        <p:nvGrpSpPr>
          <p:cNvPr id="157" name="Google Shape;300;p6"/>
          <p:cNvGrpSpPr/>
          <p:nvPr/>
        </p:nvGrpSpPr>
        <p:grpSpPr>
          <a:xfrm>
            <a:off x="8289000" y="88920"/>
            <a:ext cx="756720" cy="731880"/>
            <a:chOff x="8289000" y="88920"/>
            <a:chExt cx="756720" cy="731880"/>
          </a:xfrm>
        </p:grpSpPr>
        <p:sp>
          <p:nvSpPr>
            <p:cNvPr id="158" name="Google Shape;301;p6"/>
            <p:cNvSpPr/>
            <p:nvPr/>
          </p:nvSpPr>
          <p:spPr>
            <a:xfrm>
              <a:off x="8932320" y="88920"/>
              <a:ext cx="113400" cy="6228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8943" h="4923">
                  <a:moveTo>
                    <a:pt x="70" y="1"/>
                  </a:moveTo>
                  <a:lnTo>
                    <a:pt x="1" y="1942"/>
                  </a:lnTo>
                  <a:lnTo>
                    <a:pt x="3813" y="3467"/>
                  </a:lnTo>
                  <a:lnTo>
                    <a:pt x="7556" y="4923"/>
                  </a:lnTo>
                  <a:lnTo>
                    <a:pt x="8943" y="3536"/>
                  </a:lnTo>
                  <a:lnTo>
                    <a:pt x="4506" y="1734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302;p6"/>
            <p:cNvSpPr/>
            <p:nvPr/>
          </p:nvSpPr>
          <p:spPr>
            <a:xfrm>
              <a:off x="8861760" y="118080"/>
              <a:ext cx="155160" cy="233640"/>
            </a:xfrm>
            <a:custGeom>
              <a:avLst/>
              <a:gdLst>
                <a:gd name="textAreaLeft" fmla="*/ 0 w 155160"/>
                <a:gd name="textAreaRight" fmla="*/ 155520 w 155160"/>
                <a:gd name="textAreaTop" fmla="*/ 0 h 233640"/>
                <a:gd name="textAreaBottom" fmla="*/ 234000 h 233640"/>
              </a:gdLst>
              <a:ahLst/>
              <a:cxnLst/>
              <a:rect l="textAreaLeft" t="textAreaTop" r="textAreaRight" b="textAreaBottom"/>
              <a:pathLst>
                <a:path w="12201" h="18370">
                  <a:moveTo>
                    <a:pt x="6516" y="0"/>
                  </a:moveTo>
                  <a:lnTo>
                    <a:pt x="0" y="16082"/>
                  </a:lnTo>
                  <a:lnTo>
                    <a:pt x="5684" y="18370"/>
                  </a:lnTo>
                  <a:lnTo>
                    <a:pt x="12200" y="2288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303;p6"/>
            <p:cNvSpPr/>
            <p:nvPr/>
          </p:nvSpPr>
          <p:spPr>
            <a:xfrm>
              <a:off x="8592480" y="322920"/>
              <a:ext cx="362520" cy="395280"/>
            </a:xfrm>
            <a:custGeom>
              <a:avLst/>
              <a:gdLst>
                <a:gd name="textAreaLeft" fmla="*/ 0 w 362520"/>
                <a:gd name="textAreaRight" fmla="*/ 362880 w 36252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28491" h="31056">
                  <a:moveTo>
                    <a:pt x="21143" y="0"/>
                  </a:moveTo>
                  <a:lnTo>
                    <a:pt x="1" y="19479"/>
                  </a:lnTo>
                  <a:lnTo>
                    <a:pt x="14281" y="25302"/>
                  </a:lnTo>
                  <a:lnTo>
                    <a:pt x="28491" y="31055"/>
                  </a:lnTo>
                  <a:lnTo>
                    <a:pt x="26896" y="2357"/>
                  </a:lnTo>
                  <a:lnTo>
                    <a:pt x="23985" y="1248"/>
                  </a:lnTo>
                  <a:lnTo>
                    <a:pt x="2114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304;p6"/>
            <p:cNvSpPr/>
            <p:nvPr/>
          </p:nvSpPr>
          <p:spPr>
            <a:xfrm>
              <a:off x="8944920" y="118080"/>
              <a:ext cx="72000" cy="2880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5686" h="2288">
                  <a:moveTo>
                    <a:pt x="1" y="0"/>
                  </a:moveTo>
                  <a:lnTo>
                    <a:pt x="1" y="0"/>
                  </a:lnTo>
                  <a:cubicBezTo>
                    <a:pt x="1734" y="1179"/>
                    <a:pt x="3744" y="1941"/>
                    <a:pt x="5685" y="2288"/>
                  </a:cubicBezTo>
                  <a:cubicBezTo>
                    <a:pt x="3952" y="1179"/>
                    <a:pt x="2011" y="41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305;p6"/>
            <p:cNvSpPr/>
            <p:nvPr/>
          </p:nvSpPr>
          <p:spPr>
            <a:xfrm>
              <a:off x="8592480" y="454320"/>
              <a:ext cx="363600" cy="2638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263880"/>
                <a:gd name="textAreaBottom" fmla="*/ 264240 h 263880"/>
              </a:gdLst>
              <a:ahLst/>
              <a:cxnLst/>
              <a:rect l="textAreaLeft" t="textAreaTop" r="textAreaRight" b="textAreaBottom"/>
              <a:pathLst>
                <a:path w="28561" h="20728">
                  <a:moveTo>
                    <a:pt x="9913" y="1"/>
                  </a:moveTo>
                  <a:lnTo>
                    <a:pt x="1" y="9151"/>
                  </a:lnTo>
                  <a:lnTo>
                    <a:pt x="28560" y="20727"/>
                  </a:lnTo>
                  <a:lnTo>
                    <a:pt x="28560" y="20727"/>
                  </a:lnTo>
                  <a:lnTo>
                    <a:pt x="27451" y="3813"/>
                  </a:lnTo>
                  <a:cubicBezTo>
                    <a:pt x="26329" y="3568"/>
                    <a:pt x="25294" y="3468"/>
                    <a:pt x="24337" y="3468"/>
                  </a:cubicBezTo>
                  <a:cubicBezTo>
                    <a:pt x="20206" y="3468"/>
                    <a:pt x="17529" y="5324"/>
                    <a:pt x="15612" y="5324"/>
                  </a:cubicBezTo>
                  <a:cubicBezTo>
                    <a:pt x="15338" y="5324"/>
                    <a:pt x="15080" y="5286"/>
                    <a:pt x="14835" y="5200"/>
                  </a:cubicBezTo>
                  <a:cubicBezTo>
                    <a:pt x="12548" y="4299"/>
                    <a:pt x="13449" y="2150"/>
                    <a:pt x="991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306;p6"/>
            <p:cNvSpPr/>
            <p:nvPr/>
          </p:nvSpPr>
          <p:spPr>
            <a:xfrm>
              <a:off x="8783640" y="420480"/>
              <a:ext cx="75960" cy="6372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5985" h="5033">
                  <a:moveTo>
                    <a:pt x="3083" y="1"/>
                  </a:moveTo>
                  <a:cubicBezTo>
                    <a:pt x="2053" y="1"/>
                    <a:pt x="1115" y="760"/>
                    <a:pt x="786" y="1693"/>
                  </a:cubicBezTo>
                  <a:cubicBezTo>
                    <a:pt x="1124" y="949"/>
                    <a:pt x="1908" y="601"/>
                    <a:pt x="2695" y="601"/>
                  </a:cubicBezTo>
                  <a:cubicBezTo>
                    <a:pt x="3520" y="601"/>
                    <a:pt x="4348" y="984"/>
                    <a:pt x="4667" y="1693"/>
                  </a:cubicBezTo>
                  <a:cubicBezTo>
                    <a:pt x="5289" y="3106"/>
                    <a:pt x="4391" y="4656"/>
                    <a:pt x="3024" y="4656"/>
                  </a:cubicBezTo>
                  <a:cubicBezTo>
                    <a:pt x="2714" y="4656"/>
                    <a:pt x="2380" y="4576"/>
                    <a:pt x="2033" y="4397"/>
                  </a:cubicBezTo>
                  <a:cubicBezTo>
                    <a:pt x="1132" y="3981"/>
                    <a:pt x="300" y="2802"/>
                    <a:pt x="786" y="1693"/>
                  </a:cubicBezTo>
                  <a:lnTo>
                    <a:pt x="786" y="1693"/>
                  </a:lnTo>
                  <a:cubicBezTo>
                    <a:pt x="1" y="3431"/>
                    <a:pt x="1029" y="5032"/>
                    <a:pt x="2660" y="5032"/>
                  </a:cubicBezTo>
                  <a:cubicBezTo>
                    <a:pt x="3047" y="5032"/>
                    <a:pt x="3467" y="4943"/>
                    <a:pt x="3905" y="4743"/>
                  </a:cubicBezTo>
                  <a:cubicBezTo>
                    <a:pt x="5846" y="3842"/>
                    <a:pt x="5984" y="1000"/>
                    <a:pt x="3905" y="168"/>
                  </a:cubicBezTo>
                  <a:cubicBezTo>
                    <a:pt x="3631" y="53"/>
                    <a:pt x="3354" y="1"/>
                    <a:pt x="3083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307;p6"/>
            <p:cNvSpPr/>
            <p:nvPr/>
          </p:nvSpPr>
          <p:spPr>
            <a:xfrm>
              <a:off x="8835480" y="548640"/>
              <a:ext cx="64800" cy="5508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5122" h="4347">
                  <a:moveTo>
                    <a:pt x="2273" y="541"/>
                  </a:moveTo>
                  <a:cubicBezTo>
                    <a:pt x="2547" y="541"/>
                    <a:pt x="2816" y="595"/>
                    <a:pt x="3041" y="697"/>
                  </a:cubicBezTo>
                  <a:cubicBezTo>
                    <a:pt x="3873" y="1044"/>
                    <a:pt x="4359" y="2014"/>
                    <a:pt x="4081" y="2915"/>
                  </a:cubicBezTo>
                  <a:cubicBezTo>
                    <a:pt x="3885" y="3553"/>
                    <a:pt x="3272" y="3982"/>
                    <a:pt x="2611" y="3982"/>
                  </a:cubicBezTo>
                  <a:cubicBezTo>
                    <a:pt x="2338" y="3982"/>
                    <a:pt x="2057" y="3909"/>
                    <a:pt x="1794" y="3747"/>
                  </a:cubicBezTo>
                  <a:cubicBezTo>
                    <a:pt x="1031" y="3401"/>
                    <a:pt x="338" y="2430"/>
                    <a:pt x="685" y="1529"/>
                  </a:cubicBezTo>
                  <a:cubicBezTo>
                    <a:pt x="929" y="846"/>
                    <a:pt x="1619" y="541"/>
                    <a:pt x="2273" y="541"/>
                  </a:cubicBezTo>
                  <a:close/>
                  <a:moveTo>
                    <a:pt x="2614" y="1"/>
                  </a:moveTo>
                  <a:cubicBezTo>
                    <a:pt x="1700" y="1"/>
                    <a:pt x="892" y="698"/>
                    <a:pt x="615" y="1529"/>
                  </a:cubicBezTo>
                  <a:cubicBezTo>
                    <a:pt x="0" y="2983"/>
                    <a:pt x="874" y="4346"/>
                    <a:pt x="2180" y="4346"/>
                  </a:cubicBezTo>
                  <a:cubicBezTo>
                    <a:pt x="2494" y="4346"/>
                    <a:pt x="2832" y="4268"/>
                    <a:pt x="3180" y="4094"/>
                  </a:cubicBezTo>
                  <a:cubicBezTo>
                    <a:pt x="5052" y="3331"/>
                    <a:pt x="5121" y="905"/>
                    <a:pt x="3319" y="143"/>
                  </a:cubicBezTo>
                  <a:cubicBezTo>
                    <a:pt x="3082" y="45"/>
                    <a:pt x="2844" y="1"/>
                    <a:pt x="261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308;p6"/>
            <p:cNvSpPr/>
            <p:nvPr/>
          </p:nvSpPr>
          <p:spPr>
            <a:xfrm>
              <a:off x="8685720" y="537480"/>
              <a:ext cx="48600" cy="42120"/>
            </a:xfrm>
            <a:custGeom>
              <a:avLst/>
              <a:gdLst>
                <a:gd name="textAreaLeft" fmla="*/ 0 w 48600"/>
                <a:gd name="textAreaRight" fmla="*/ 48960 w 486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839" h="3341">
                  <a:moveTo>
                    <a:pt x="1594" y="528"/>
                  </a:moveTo>
                  <a:cubicBezTo>
                    <a:pt x="1821" y="528"/>
                    <a:pt x="2049" y="583"/>
                    <a:pt x="2244" y="680"/>
                  </a:cubicBezTo>
                  <a:cubicBezTo>
                    <a:pt x="2798" y="888"/>
                    <a:pt x="3145" y="1512"/>
                    <a:pt x="3006" y="2136"/>
                  </a:cubicBezTo>
                  <a:cubicBezTo>
                    <a:pt x="2959" y="2658"/>
                    <a:pt x="2521" y="2953"/>
                    <a:pt x="2049" y="2953"/>
                  </a:cubicBezTo>
                  <a:cubicBezTo>
                    <a:pt x="1832" y="2953"/>
                    <a:pt x="1609" y="2891"/>
                    <a:pt x="1412" y="2760"/>
                  </a:cubicBezTo>
                  <a:cubicBezTo>
                    <a:pt x="927" y="2482"/>
                    <a:pt x="303" y="1858"/>
                    <a:pt x="580" y="1165"/>
                  </a:cubicBezTo>
                  <a:cubicBezTo>
                    <a:pt x="760" y="715"/>
                    <a:pt x="1174" y="528"/>
                    <a:pt x="1594" y="528"/>
                  </a:cubicBezTo>
                  <a:close/>
                  <a:moveTo>
                    <a:pt x="1931" y="1"/>
                  </a:moveTo>
                  <a:cubicBezTo>
                    <a:pt x="1276" y="1"/>
                    <a:pt x="676" y="561"/>
                    <a:pt x="511" y="1165"/>
                  </a:cubicBezTo>
                  <a:cubicBezTo>
                    <a:pt x="1" y="2299"/>
                    <a:pt x="650" y="3341"/>
                    <a:pt x="1662" y="3341"/>
                  </a:cubicBezTo>
                  <a:cubicBezTo>
                    <a:pt x="1887" y="3341"/>
                    <a:pt x="2130" y="3289"/>
                    <a:pt x="2383" y="3175"/>
                  </a:cubicBezTo>
                  <a:cubicBezTo>
                    <a:pt x="3769" y="2552"/>
                    <a:pt x="3838" y="749"/>
                    <a:pt x="2452" y="125"/>
                  </a:cubicBezTo>
                  <a:cubicBezTo>
                    <a:pt x="2279" y="39"/>
                    <a:pt x="2103" y="1"/>
                    <a:pt x="193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6" name="Google Shape;309;p6"/>
            <p:cNvGrpSpPr/>
            <p:nvPr/>
          </p:nvGrpSpPr>
          <p:grpSpPr>
            <a:xfrm>
              <a:off x="8289000" y="420480"/>
              <a:ext cx="271440" cy="400320"/>
              <a:chOff x="8289000" y="420480"/>
              <a:chExt cx="271440" cy="400320"/>
            </a:xfrm>
          </p:grpSpPr>
          <p:sp>
            <p:nvSpPr>
              <p:cNvPr id="167" name="Google Shape;310;p6"/>
              <p:cNvSpPr/>
              <p:nvPr/>
            </p:nvSpPr>
            <p:spPr>
              <a:xfrm>
                <a:off x="8289000" y="420480"/>
                <a:ext cx="113760" cy="7920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79200"/>
                  <a:gd name="textAreaBottom" fmla="*/ 79560 h 79200"/>
                </a:gdLst>
                <a:ahLst/>
                <a:cxnLst/>
                <a:rect l="textAreaLeft" t="textAreaTop" r="textAreaRight" b="textAreaBottom"/>
                <a:pathLst>
                  <a:path w="8944" h="6240">
                    <a:moveTo>
                      <a:pt x="7903" y="1"/>
                    </a:moveTo>
                    <a:lnTo>
                      <a:pt x="1" y="4160"/>
                    </a:lnTo>
                    <a:lnTo>
                      <a:pt x="1110" y="6239"/>
                    </a:lnTo>
                    <a:lnTo>
                      <a:pt x="8943" y="2080"/>
                    </a:lnTo>
                    <a:lnTo>
                      <a:pt x="790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311;p6"/>
              <p:cNvSpPr/>
              <p:nvPr/>
            </p:nvSpPr>
            <p:spPr>
              <a:xfrm>
                <a:off x="8318880" y="455760"/>
                <a:ext cx="241560" cy="365040"/>
              </a:xfrm>
              <a:custGeom>
                <a:avLst/>
                <a:gdLst>
                  <a:gd name="textAreaLeft" fmla="*/ 0 w 241560"/>
                  <a:gd name="textAreaRight" fmla="*/ 241920 w 241560"/>
                  <a:gd name="textAreaTop" fmla="*/ 0 h 365040"/>
                  <a:gd name="textAreaBottom" fmla="*/ 365400 h 365040"/>
                </a:gdLst>
                <a:ahLst/>
                <a:cxnLst/>
                <a:rect l="textAreaLeft" t="textAreaTop" r="textAreaRight" b="textAreaBottom"/>
                <a:pathLst>
                  <a:path w="18994" h="28679">
                    <a:moveTo>
                      <a:pt x="5408" y="0"/>
                    </a:moveTo>
                    <a:lnTo>
                      <a:pt x="1" y="2843"/>
                    </a:lnTo>
                    <a:lnTo>
                      <a:pt x="12825" y="27035"/>
                    </a:lnTo>
                    <a:cubicBezTo>
                      <a:pt x="13364" y="28065"/>
                      <a:pt x="14460" y="28679"/>
                      <a:pt x="15571" y="28679"/>
                    </a:cubicBezTo>
                    <a:cubicBezTo>
                      <a:pt x="16029" y="28679"/>
                      <a:pt x="16489" y="28574"/>
                      <a:pt x="16914" y="28352"/>
                    </a:cubicBezTo>
                    <a:cubicBezTo>
                      <a:pt x="18370" y="27520"/>
                      <a:pt x="18994" y="25718"/>
                      <a:pt x="18231" y="24262"/>
                    </a:cubicBezTo>
                    <a:lnTo>
                      <a:pt x="540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312;p6"/>
              <p:cNvSpPr/>
              <p:nvPr/>
            </p:nvSpPr>
            <p:spPr>
              <a:xfrm>
                <a:off x="8359560" y="569520"/>
                <a:ext cx="196560" cy="250920"/>
              </a:xfrm>
              <a:custGeom>
                <a:avLst/>
                <a:gdLst>
                  <a:gd name="textAreaLeft" fmla="*/ 0 w 196560"/>
                  <a:gd name="textAreaRight" fmla="*/ 196920 w 196560"/>
                  <a:gd name="textAreaTop" fmla="*/ 0 h 250920"/>
                  <a:gd name="textAreaBottom" fmla="*/ 251280 h 250920"/>
                </a:gdLst>
                <a:ahLst/>
                <a:cxnLst/>
                <a:rect l="textAreaLeft" t="textAreaTop" r="textAreaRight" b="textAreaBottom"/>
                <a:pathLst>
                  <a:path w="15459" h="19727">
                    <a:moveTo>
                      <a:pt x="0" y="1"/>
                    </a:moveTo>
                    <a:lnTo>
                      <a:pt x="9705" y="18093"/>
                    </a:lnTo>
                    <a:cubicBezTo>
                      <a:pt x="10275" y="19138"/>
                      <a:pt x="11300" y="19727"/>
                      <a:pt x="12358" y="19727"/>
                    </a:cubicBezTo>
                    <a:cubicBezTo>
                      <a:pt x="12844" y="19727"/>
                      <a:pt x="13336" y="19602"/>
                      <a:pt x="13795" y="19340"/>
                    </a:cubicBezTo>
                    <a:cubicBezTo>
                      <a:pt x="14488" y="18925"/>
                      <a:pt x="15042" y="18370"/>
                      <a:pt x="15250" y="17538"/>
                    </a:cubicBezTo>
                    <a:cubicBezTo>
                      <a:pt x="15458" y="16776"/>
                      <a:pt x="15458" y="16013"/>
                      <a:pt x="15042" y="15251"/>
                    </a:cubicBezTo>
                    <a:lnTo>
                      <a:pt x="9150" y="4160"/>
                    </a:lnTo>
                    <a:cubicBezTo>
                      <a:pt x="8995" y="4227"/>
                      <a:pt x="8823" y="4259"/>
                      <a:pt x="8634" y="4259"/>
                    </a:cubicBezTo>
                    <a:cubicBezTo>
                      <a:pt x="6887" y="4259"/>
                      <a:pt x="3755" y="1565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313;p6"/>
              <p:cNvSpPr/>
              <p:nvPr/>
            </p:nvSpPr>
            <p:spPr>
              <a:xfrm>
                <a:off x="8366760" y="491040"/>
                <a:ext cx="38520" cy="2088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20880"/>
                  <a:gd name="textAreaBottom" fmla="*/ 21240 h 20880"/>
                </a:gdLst>
                <a:ahLst/>
                <a:cxnLst/>
                <a:rect l="textAreaLeft" t="textAreaTop" r="textAreaRight" b="textAreaBottom"/>
                <a:pathLst>
                  <a:path w="3051" h="1664">
                    <a:moveTo>
                      <a:pt x="3051" y="0"/>
                    </a:moveTo>
                    <a:cubicBezTo>
                      <a:pt x="2496" y="70"/>
                      <a:pt x="2011" y="277"/>
                      <a:pt x="1387" y="485"/>
                    </a:cubicBezTo>
                    <a:cubicBezTo>
                      <a:pt x="833" y="693"/>
                      <a:pt x="348" y="971"/>
                      <a:pt x="1" y="1525"/>
                    </a:cubicBezTo>
                    <a:lnTo>
                      <a:pt x="1" y="1664"/>
                    </a:lnTo>
                    <a:cubicBezTo>
                      <a:pt x="348" y="1664"/>
                      <a:pt x="625" y="1525"/>
                      <a:pt x="833" y="1456"/>
                    </a:cubicBezTo>
                    <a:cubicBezTo>
                      <a:pt x="1665" y="1040"/>
                      <a:pt x="228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314;p6"/>
              <p:cNvSpPr/>
              <p:nvPr/>
            </p:nvSpPr>
            <p:spPr>
              <a:xfrm>
                <a:off x="8394840" y="521280"/>
                <a:ext cx="26280" cy="14400"/>
              </a:xfrm>
              <a:custGeom>
                <a:avLst/>
                <a:gdLst>
                  <a:gd name="textAreaLeft" fmla="*/ 0 w 26280"/>
                  <a:gd name="textAreaRight" fmla="*/ 26640 w 26280"/>
                  <a:gd name="textAreaTop" fmla="*/ 0 h 14400"/>
                  <a:gd name="textAreaBottom" fmla="*/ 14760 h 14400"/>
                </a:gdLst>
                <a:ahLst/>
                <a:cxnLst/>
                <a:rect l="textAreaLeft" t="textAreaTop" r="textAreaRight" b="textAreaBottom"/>
                <a:pathLst>
                  <a:path w="2080" h="1162">
                    <a:moveTo>
                      <a:pt x="2080" y="0"/>
                    </a:moveTo>
                    <a:cubicBezTo>
                      <a:pt x="1664" y="0"/>
                      <a:pt x="1317" y="139"/>
                      <a:pt x="971" y="208"/>
                    </a:cubicBezTo>
                    <a:cubicBezTo>
                      <a:pt x="555" y="347"/>
                      <a:pt x="208" y="555"/>
                      <a:pt x="0" y="1040"/>
                    </a:cubicBezTo>
                    <a:lnTo>
                      <a:pt x="0" y="1109"/>
                    </a:lnTo>
                    <a:cubicBezTo>
                      <a:pt x="104" y="1144"/>
                      <a:pt x="225" y="1161"/>
                      <a:pt x="338" y="1161"/>
                    </a:cubicBezTo>
                    <a:cubicBezTo>
                      <a:pt x="451" y="1161"/>
                      <a:pt x="555" y="1144"/>
                      <a:pt x="624" y="1109"/>
                    </a:cubicBezTo>
                    <a:cubicBezTo>
                      <a:pt x="901" y="1040"/>
                      <a:pt x="971" y="832"/>
                      <a:pt x="1179" y="763"/>
                    </a:cubicBezTo>
                    <a:cubicBezTo>
                      <a:pt x="1525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" bIns="7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315;p6"/>
              <p:cNvSpPr/>
              <p:nvPr/>
            </p:nvSpPr>
            <p:spPr>
              <a:xfrm>
                <a:off x="8398440" y="550440"/>
                <a:ext cx="38520" cy="2088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20880"/>
                  <a:gd name="textAreaBottom" fmla="*/ 21240 h 20880"/>
                </a:gdLst>
                <a:ahLst/>
                <a:cxnLst/>
                <a:rect l="textAreaLeft" t="textAreaTop" r="textAreaRight" b="textAreaBottom"/>
                <a:pathLst>
                  <a:path w="3051" h="1665">
                    <a:moveTo>
                      <a:pt x="3050" y="1"/>
                    </a:moveTo>
                    <a:lnTo>
                      <a:pt x="3050" y="1"/>
                    </a:lnTo>
                    <a:cubicBezTo>
                      <a:pt x="2427" y="139"/>
                      <a:pt x="1941" y="347"/>
                      <a:pt x="1387" y="555"/>
                    </a:cubicBezTo>
                    <a:cubicBezTo>
                      <a:pt x="902" y="694"/>
                      <a:pt x="347" y="971"/>
                      <a:pt x="0" y="1595"/>
                    </a:cubicBezTo>
                    <a:lnTo>
                      <a:pt x="0" y="1664"/>
                    </a:lnTo>
                    <a:cubicBezTo>
                      <a:pt x="347" y="1664"/>
                      <a:pt x="624" y="1595"/>
                      <a:pt x="902" y="1526"/>
                    </a:cubicBezTo>
                    <a:cubicBezTo>
                      <a:pt x="1664" y="1040"/>
                      <a:pt x="2357" y="555"/>
                      <a:pt x="305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316;p6"/>
              <p:cNvSpPr/>
              <p:nvPr/>
            </p:nvSpPr>
            <p:spPr>
              <a:xfrm>
                <a:off x="8427600" y="580320"/>
                <a:ext cx="26280" cy="15120"/>
              </a:xfrm>
              <a:custGeom>
                <a:avLst/>
                <a:gdLst>
                  <a:gd name="textAreaLeft" fmla="*/ 0 w 26280"/>
                  <a:gd name="textAreaRight" fmla="*/ 26640 w 26280"/>
                  <a:gd name="textAreaTop" fmla="*/ 0 h 15120"/>
                  <a:gd name="textAreaBottom" fmla="*/ 15480 h 15120"/>
                </a:gdLst>
                <a:ahLst/>
                <a:cxnLst/>
                <a:rect l="textAreaLeft" t="textAreaTop" r="textAreaRight" b="textAreaBottom"/>
                <a:pathLst>
                  <a:path w="2081" h="1214">
                    <a:moveTo>
                      <a:pt x="2080" y="0"/>
                    </a:moveTo>
                    <a:cubicBezTo>
                      <a:pt x="1595" y="0"/>
                      <a:pt x="1179" y="208"/>
                      <a:pt x="902" y="278"/>
                    </a:cubicBezTo>
                    <a:cubicBezTo>
                      <a:pt x="486" y="347"/>
                      <a:pt x="140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3" y="1040"/>
                      <a:pt x="902" y="902"/>
                      <a:pt x="1110" y="763"/>
                    </a:cubicBezTo>
                    <a:cubicBezTo>
                      <a:pt x="1457" y="555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317;p6"/>
              <p:cNvSpPr/>
              <p:nvPr/>
            </p:nvSpPr>
            <p:spPr>
              <a:xfrm>
                <a:off x="8430120" y="610200"/>
                <a:ext cx="38520" cy="2088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20880"/>
                  <a:gd name="textAreaBottom" fmla="*/ 21240 h 20880"/>
                </a:gdLst>
                <a:ahLst/>
                <a:cxnLst/>
                <a:rect l="textAreaLeft" t="textAreaTop" r="textAreaRight" b="textAreaBottom"/>
                <a:pathLst>
                  <a:path w="3051" h="1664">
                    <a:moveTo>
                      <a:pt x="3051" y="0"/>
                    </a:moveTo>
                    <a:cubicBezTo>
                      <a:pt x="2427" y="70"/>
                      <a:pt x="1942" y="347"/>
                      <a:pt x="1387" y="485"/>
                    </a:cubicBezTo>
                    <a:cubicBezTo>
                      <a:pt x="902" y="693"/>
                      <a:pt x="347" y="971"/>
                      <a:pt x="1" y="1525"/>
                    </a:cubicBezTo>
                    <a:lnTo>
                      <a:pt x="1" y="1664"/>
                    </a:lnTo>
                    <a:cubicBezTo>
                      <a:pt x="347" y="1664"/>
                      <a:pt x="625" y="1525"/>
                      <a:pt x="902" y="1456"/>
                    </a:cubicBezTo>
                    <a:cubicBezTo>
                      <a:pt x="1665" y="1040"/>
                      <a:pt x="2358" y="485"/>
                      <a:pt x="305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318;p6"/>
              <p:cNvSpPr/>
              <p:nvPr/>
            </p:nvSpPr>
            <p:spPr>
              <a:xfrm>
                <a:off x="8458560" y="640440"/>
                <a:ext cx="26280" cy="14400"/>
              </a:xfrm>
              <a:custGeom>
                <a:avLst/>
                <a:gdLst>
                  <a:gd name="textAreaLeft" fmla="*/ 0 w 26280"/>
                  <a:gd name="textAreaRight" fmla="*/ 26640 w 26280"/>
                  <a:gd name="textAreaTop" fmla="*/ 0 h 14400"/>
                  <a:gd name="textAreaBottom" fmla="*/ 14760 h 14400"/>
                </a:gdLst>
                <a:ahLst/>
                <a:cxnLst/>
                <a:rect l="textAreaLeft" t="textAreaTop" r="textAreaRight" b="textAreaBottom"/>
                <a:pathLst>
                  <a:path w="2080" h="1162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733" y="69"/>
                      <a:pt x="1248" y="139"/>
                      <a:pt x="901" y="208"/>
                    </a:cubicBezTo>
                    <a:cubicBezTo>
                      <a:pt x="485" y="347"/>
                      <a:pt x="139" y="555"/>
                      <a:pt x="0" y="1040"/>
                    </a:cubicBezTo>
                    <a:lnTo>
                      <a:pt x="0" y="1109"/>
                    </a:lnTo>
                    <a:cubicBezTo>
                      <a:pt x="69" y="1144"/>
                      <a:pt x="173" y="1161"/>
                      <a:pt x="277" y="1161"/>
                    </a:cubicBezTo>
                    <a:cubicBezTo>
                      <a:pt x="381" y="1161"/>
                      <a:pt x="485" y="1144"/>
                      <a:pt x="555" y="1109"/>
                    </a:cubicBezTo>
                    <a:cubicBezTo>
                      <a:pt x="832" y="1040"/>
                      <a:pt x="901" y="832"/>
                      <a:pt x="1109" y="763"/>
                    </a:cubicBezTo>
                    <a:cubicBezTo>
                      <a:pt x="1456" y="485"/>
                      <a:pt x="1802" y="20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200" bIns="7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319;p6"/>
              <p:cNvSpPr/>
              <p:nvPr/>
            </p:nvSpPr>
            <p:spPr>
              <a:xfrm>
                <a:off x="8462880" y="669600"/>
                <a:ext cx="37800" cy="20880"/>
              </a:xfrm>
              <a:custGeom>
                <a:avLst/>
                <a:gdLst>
                  <a:gd name="textAreaLeft" fmla="*/ 0 w 37800"/>
                  <a:gd name="textAreaRight" fmla="*/ 38160 w 37800"/>
                  <a:gd name="textAreaTop" fmla="*/ 0 h 20880"/>
                  <a:gd name="textAreaBottom" fmla="*/ 21240 h 20880"/>
                </a:gdLst>
                <a:ahLst/>
                <a:cxnLst/>
                <a:rect l="textAreaLeft" t="textAreaTop" r="textAreaRight" b="textAreaBottom"/>
                <a:pathLst>
                  <a:path w="2982" h="1665">
                    <a:moveTo>
                      <a:pt x="2981" y="1"/>
                    </a:moveTo>
                    <a:lnTo>
                      <a:pt x="2981" y="1"/>
                    </a:lnTo>
                    <a:cubicBezTo>
                      <a:pt x="2427" y="209"/>
                      <a:pt x="1872" y="347"/>
                      <a:pt x="1387" y="555"/>
                    </a:cubicBezTo>
                    <a:cubicBezTo>
                      <a:pt x="832" y="694"/>
                      <a:pt x="347" y="971"/>
                      <a:pt x="1" y="1595"/>
                    </a:cubicBezTo>
                    <a:lnTo>
                      <a:pt x="1" y="1664"/>
                    </a:lnTo>
                    <a:cubicBezTo>
                      <a:pt x="347" y="1664"/>
                      <a:pt x="555" y="1595"/>
                      <a:pt x="832" y="1526"/>
                    </a:cubicBezTo>
                    <a:cubicBezTo>
                      <a:pt x="1595" y="1040"/>
                      <a:pt x="2288" y="555"/>
                      <a:pt x="2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0440" bIns="10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320;p6"/>
              <p:cNvSpPr/>
              <p:nvPr/>
            </p:nvSpPr>
            <p:spPr>
              <a:xfrm>
                <a:off x="8490240" y="699480"/>
                <a:ext cx="26280" cy="15120"/>
              </a:xfrm>
              <a:custGeom>
                <a:avLst/>
                <a:gdLst>
                  <a:gd name="textAreaLeft" fmla="*/ 0 w 26280"/>
                  <a:gd name="textAreaRight" fmla="*/ 26640 w 26280"/>
                  <a:gd name="textAreaTop" fmla="*/ 0 h 15120"/>
                  <a:gd name="textAreaBottom" fmla="*/ 15480 h 15120"/>
                </a:gdLst>
                <a:ahLst/>
                <a:cxnLst/>
                <a:rect l="textAreaLeft" t="textAreaTop" r="textAreaRight" b="textAreaBottom"/>
                <a:pathLst>
                  <a:path w="2081" h="1214">
                    <a:moveTo>
                      <a:pt x="2080" y="0"/>
                    </a:moveTo>
                    <a:lnTo>
                      <a:pt x="2080" y="0"/>
                    </a:lnTo>
                    <a:cubicBezTo>
                      <a:pt x="1664" y="70"/>
                      <a:pt x="1318" y="208"/>
                      <a:pt x="971" y="278"/>
                    </a:cubicBezTo>
                    <a:cubicBezTo>
                      <a:pt x="486" y="347"/>
                      <a:pt x="139" y="624"/>
                      <a:pt x="1" y="1040"/>
                    </a:cubicBezTo>
                    <a:lnTo>
                      <a:pt x="1" y="1109"/>
                    </a:lnTo>
                    <a:cubicBezTo>
                      <a:pt x="70" y="1179"/>
                      <a:pt x="174" y="1213"/>
                      <a:pt x="278" y="1213"/>
                    </a:cubicBezTo>
                    <a:cubicBezTo>
                      <a:pt x="382" y="1213"/>
                      <a:pt x="486" y="1179"/>
                      <a:pt x="555" y="1109"/>
                    </a:cubicBezTo>
                    <a:cubicBezTo>
                      <a:pt x="832" y="1040"/>
                      <a:pt x="971" y="902"/>
                      <a:pt x="1110" y="763"/>
                    </a:cubicBezTo>
                    <a:cubicBezTo>
                      <a:pt x="1456" y="486"/>
                      <a:pt x="1803" y="278"/>
                      <a:pt x="20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560" bIns="7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321;p6"/>
              <p:cNvSpPr/>
              <p:nvPr/>
            </p:nvSpPr>
            <p:spPr>
              <a:xfrm>
                <a:off x="8295840" y="433800"/>
                <a:ext cx="99360" cy="52560"/>
              </a:xfrm>
              <a:custGeom>
                <a:avLst/>
                <a:gdLst>
                  <a:gd name="textAreaLeft" fmla="*/ 0 w 99360"/>
                  <a:gd name="textAreaRight" fmla="*/ 99720 w 993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7834" h="4160">
                    <a:moveTo>
                      <a:pt x="7833" y="1"/>
                    </a:moveTo>
                    <a:cubicBezTo>
                      <a:pt x="4991" y="1040"/>
                      <a:pt x="2427" y="2427"/>
                      <a:pt x="1" y="4160"/>
                    </a:cubicBezTo>
                    <a:cubicBezTo>
                      <a:pt x="2843" y="3189"/>
                      <a:pt x="5477" y="1803"/>
                      <a:pt x="78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9" name="Google Shape;322;p6"/>
          <p:cNvGrpSpPr/>
          <p:nvPr/>
        </p:nvGrpSpPr>
        <p:grpSpPr>
          <a:xfrm>
            <a:off x="-276120" y="4166640"/>
            <a:ext cx="805680" cy="843840"/>
            <a:chOff x="-276120" y="4166640"/>
            <a:chExt cx="805680" cy="843840"/>
          </a:xfrm>
        </p:grpSpPr>
        <p:sp>
          <p:nvSpPr>
            <p:cNvPr id="180" name="Google Shape;323;p6"/>
            <p:cNvSpPr/>
            <p:nvPr/>
          </p:nvSpPr>
          <p:spPr>
            <a:xfrm rot="20060400">
              <a:off x="-79920" y="4567320"/>
              <a:ext cx="410400" cy="37260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372600"/>
                <a:gd name="textAreaBottom" fmla="*/ 372960 h 372600"/>
              </a:gdLst>
              <a:ahLst/>
              <a:cxnLst/>
              <a:rect l="textAreaLeft" t="textAreaTop" r="textAreaRight" b="textAreaBottom"/>
              <a:pathLst>
                <a:path w="19618" h="17816">
                  <a:moveTo>
                    <a:pt x="347" y="1"/>
                  </a:moveTo>
                  <a:lnTo>
                    <a:pt x="0" y="417"/>
                  </a:lnTo>
                  <a:lnTo>
                    <a:pt x="19271" y="17816"/>
                  </a:lnTo>
                  <a:lnTo>
                    <a:pt x="19617" y="17469"/>
                  </a:lnTo>
                  <a:lnTo>
                    <a:pt x="34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24;p6"/>
            <p:cNvSpPr/>
            <p:nvPr/>
          </p:nvSpPr>
          <p:spPr>
            <a:xfrm rot="20060400">
              <a:off x="261720" y="4300200"/>
              <a:ext cx="124560" cy="53352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533520"/>
                <a:gd name="textAreaBottom" fmla="*/ 533880 h 533520"/>
              </a:gdLst>
              <a:ahLst/>
              <a:cxnLst/>
              <a:rect l="textAreaLeft" t="textAreaTop" r="textAreaRight" b="textAreaBottom"/>
              <a:pathLst>
                <a:path w="5963" h="25510">
                  <a:moveTo>
                    <a:pt x="5477" y="0"/>
                  </a:moveTo>
                  <a:lnTo>
                    <a:pt x="1" y="25371"/>
                  </a:lnTo>
                  <a:lnTo>
                    <a:pt x="486" y="25509"/>
                  </a:lnTo>
                  <a:lnTo>
                    <a:pt x="5962" y="69"/>
                  </a:lnTo>
                  <a:lnTo>
                    <a:pt x="547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325;p6"/>
            <p:cNvSpPr/>
            <p:nvPr/>
          </p:nvSpPr>
          <p:spPr>
            <a:xfrm rot="20060400">
              <a:off x="-198360" y="4401720"/>
              <a:ext cx="520560" cy="176760"/>
            </a:xfrm>
            <a:custGeom>
              <a:avLst/>
              <a:gdLst>
                <a:gd name="textAreaLeft" fmla="*/ 0 w 520560"/>
                <a:gd name="textAreaRight" fmla="*/ 520920 w 52056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24886" h="8457">
                  <a:moveTo>
                    <a:pt x="24747" y="0"/>
                  </a:moveTo>
                  <a:lnTo>
                    <a:pt x="0" y="7972"/>
                  </a:lnTo>
                  <a:lnTo>
                    <a:pt x="139" y="8457"/>
                  </a:lnTo>
                  <a:lnTo>
                    <a:pt x="24886" y="485"/>
                  </a:lnTo>
                  <a:lnTo>
                    <a:pt x="2474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326;p6"/>
            <p:cNvSpPr/>
            <p:nvPr/>
          </p:nvSpPr>
          <p:spPr>
            <a:xfrm rot="20060400">
              <a:off x="149760" y="4204080"/>
              <a:ext cx="218880" cy="19656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10468" h="9406">
                  <a:moveTo>
                    <a:pt x="5219" y="1"/>
                  </a:moveTo>
                  <a:cubicBezTo>
                    <a:pt x="3935" y="1"/>
                    <a:pt x="2650" y="506"/>
                    <a:pt x="1733" y="1495"/>
                  </a:cubicBezTo>
                  <a:cubicBezTo>
                    <a:pt x="1" y="3436"/>
                    <a:pt x="208" y="6486"/>
                    <a:pt x="2080" y="8219"/>
                  </a:cubicBezTo>
                  <a:cubicBezTo>
                    <a:pt x="2976" y="9019"/>
                    <a:pt x="4094" y="9406"/>
                    <a:pt x="5208" y="9406"/>
                  </a:cubicBezTo>
                  <a:cubicBezTo>
                    <a:pt x="6507" y="9406"/>
                    <a:pt x="7802" y="8880"/>
                    <a:pt x="8735" y="7873"/>
                  </a:cubicBezTo>
                  <a:cubicBezTo>
                    <a:pt x="10468" y="5932"/>
                    <a:pt x="10329" y="2951"/>
                    <a:pt x="8388" y="1218"/>
                  </a:cubicBezTo>
                  <a:cubicBezTo>
                    <a:pt x="7506" y="402"/>
                    <a:pt x="6363" y="1"/>
                    <a:pt x="5219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327;p6"/>
            <p:cNvSpPr/>
            <p:nvPr/>
          </p:nvSpPr>
          <p:spPr>
            <a:xfrm rot="20060400">
              <a:off x="-244440" y="4579560"/>
              <a:ext cx="218880" cy="19584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95840"/>
                <a:gd name="textAreaBottom" fmla="*/ 196200 h 195840"/>
              </a:gdLst>
              <a:ahLst/>
              <a:cxnLst/>
              <a:rect l="textAreaLeft" t="textAreaTop" r="textAreaRight" b="textAreaBottom"/>
              <a:pathLst>
                <a:path w="10468" h="9372">
                  <a:moveTo>
                    <a:pt x="5192" y="1"/>
                  </a:moveTo>
                  <a:cubicBezTo>
                    <a:pt x="3916" y="1"/>
                    <a:pt x="2650" y="504"/>
                    <a:pt x="1734" y="1530"/>
                  </a:cubicBezTo>
                  <a:cubicBezTo>
                    <a:pt x="1" y="3402"/>
                    <a:pt x="140" y="6452"/>
                    <a:pt x="2080" y="8185"/>
                  </a:cubicBezTo>
                  <a:cubicBezTo>
                    <a:pt x="2944" y="8985"/>
                    <a:pt x="4060" y="9371"/>
                    <a:pt x="5180" y="9371"/>
                  </a:cubicBezTo>
                  <a:cubicBezTo>
                    <a:pt x="6487" y="9371"/>
                    <a:pt x="7802" y="8846"/>
                    <a:pt x="8735" y="7838"/>
                  </a:cubicBezTo>
                  <a:cubicBezTo>
                    <a:pt x="10468" y="5897"/>
                    <a:pt x="10260" y="2917"/>
                    <a:pt x="8388" y="1184"/>
                  </a:cubicBezTo>
                  <a:cubicBezTo>
                    <a:pt x="7474" y="400"/>
                    <a:pt x="6329" y="1"/>
                    <a:pt x="519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328;p6"/>
            <p:cNvSpPr/>
            <p:nvPr/>
          </p:nvSpPr>
          <p:spPr>
            <a:xfrm rot="20060400">
              <a:off x="277200" y="4734000"/>
              <a:ext cx="220320" cy="196200"/>
            </a:xfrm>
            <a:custGeom>
              <a:avLst/>
              <a:gdLst>
                <a:gd name="textAreaLeft" fmla="*/ 0 w 220320"/>
                <a:gd name="textAreaRight" fmla="*/ 220680 w 220320"/>
                <a:gd name="textAreaTop" fmla="*/ 0 h 196200"/>
                <a:gd name="textAreaBottom" fmla="*/ 196560 h 196200"/>
              </a:gdLst>
              <a:ahLst/>
              <a:cxnLst/>
              <a:rect l="textAreaLeft" t="textAreaTop" r="textAreaRight" b="textAreaBottom"/>
              <a:pathLst>
                <a:path w="10537" h="9399">
                  <a:moveTo>
                    <a:pt x="5271" y="1"/>
                  </a:moveTo>
                  <a:cubicBezTo>
                    <a:pt x="3961" y="1"/>
                    <a:pt x="2666" y="526"/>
                    <a:pt x="1733" y="1534"/>
                  </a:cubicBezTo>
                  <a:cubicBezTo>
                    <a:pt x="0" y="3475"/>
                    <a:pt x="208" y="6455"/>
                    <a:pt x="2080" y="8188"/>
                  </a:cubicBezTo>
                  <a:cubicBezTo>
                    <a:pt x="2986" y="8998"/>
                    <a:pt x="4135" y="9399"/>
                    <a:pt x="5278" y="9399"/>
                  </a:cubicBezTo>
                  <a:cubicBezTo>
                    <a:pt x="6582" y="9399"/>
                    <a:pt x="7880" y="8876"/>
                    <a:pt x="8804" y="7842"/>
                  </a:cubicBezTo>
                  <a:cubicBezTo>
                    <a:pt x="10537" y="5970"/>
                    <a:pt x="10329" y="2920"/>
                    <a:pt x="8457" y="1187"/>
                  </a:cubicBezTo>
                  <a:cubicBezTo>
                    <a:pt x="7529" y="387"/>
                    <a:pt x="6394" y="1"/>
                    <a:pt x="527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6" name="Google Shape;329;p6"/>
          <p:cNvSpPr/>
          <p:nvPr/>
        </p:nvSpPr>
        <p:spPr>
          <a:xfrm>
            <a:off x="8681760" y="3615120"/>
            <a:ext cx="933840" cy="933840"/>
          </a:xfrm>
          <a:custGeom>
            <a:avLst/>
            <a:gdLst>
              <a:gd name="textAreaLeft" fmla="*/ 0 w 933840"/>
              <a:gd name="textAreaRight" fmla="*/ 934200 w 933840"/>
              <a:gd name="textAreaTop" fmla="*/ 0 h 933840"/>
              <a:gd name="textAreaBottom" fmla="*/ 934200 h 93384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" name="Google Shape;330;p6"/>
          <p:cNvSpPr/>
          <p:nvPr/>
        </p:nvSpPr>
        <p:spPr>
          <a:xfrm>
            <a:off x="5381280" y="-194760"/>
            <a:ext cx="408960" cy="408960"/>
          </a:xfrm>
          <a:custGeom>
            <a:avLst/>
            <a:gdLst>
              <a:gd name="textAreaLeft" fmla="*/ 0 w 408960"/>
              <a:gd name="textAreaRight" fmla="*/ 409320 w 408960"/>
              <a:gd name="textAreaTop" fmla="*/ 0 h 408960"/>
              <a:gd name="textAreaBottom" fmla="*/ 409320 h 408960"/>
            </a:gdLst>
            <a:ahLst/>
            <a:cxnLst/>
            <a:rect l="textAreaLeft" t="textAreaTop" r="textAreaRight" b="textAreaBottom"/>
            <a:pathLst>
              <a:path w="107583" h="107583">
                <a:moveTo>
                  <a:pt x="53792" y="0"/>
                </a:moveTo>
                <a:cubicBezTo>
                  <a:pt x="24054" y="0"/>
                  <a:pt x="1" y="24054"/>
                  <a:pt x="1" y="53791"/>
                </a:cubicBezTo>
                <a:cubicBezTo>
                  <a:pt x="1" y="83529"/>
                  <a:pt x="24054" y="107582"/>
                  <a:pt x="53792" y="107582"/>
                </a:cubicBezTo>
                <a:cubicBezTo>
                  <a:pt x="83529" y="107582"/>
                  <a:pt x="107583" y="83529"/>
                  <a:pt x="107583" y="53791"/>
                </a:cubicBezTo>
                <a:cubicBezTo>
                  <a:pt x="107583" y="24054"/>
                  <a:pt x="83529" y="0"/>
                  <a:pt x="53792" y="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856;p35"/>
          <p:cNvGrpSpPr/>
          <p:nvPr/>
        </p:nvGrpSpPr>
        <p:grpSpPr>
          <a:xfrm>
            <a:off x="721800" y="1214280"/>
            <a:ext cx="3201120" cy="2714400"/>
            <a:chOff x="721800" y="1214280"/>
            <a:chExt cx="3201120" cy="2714400"/>
          </a:xfrm>
        </p:grpSpPr>
        <p:sp>
          <p:nvSpPr>
            <p:cNvPr id="191" name="Google Shape;1857;p35"/>
            <p:cNvSpPr/>
            <p:nvPr/>
          </p:nvSpPr>
          <p:spPr>
            <a:xfrm>
              <a:off x="805320" y="3506760"/>
              <a:ext cx="922680" cy="6804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40185" h="2980">
                  <a:moveTo>
                    <a:pt x="1" y="1"/>
                  </a:moveTo>
                  <a:lnTo>
                    <a:pt x="1" y="2980"/>
                  </a:lnTo>
                  <a:lnTo>
                    <a:pt x="40184" y="2980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858;p35"/>
            <p:cNvSpPr/>
            <p:nvPr/>
          </p:nvSpPr>
          <p:spPr>
            <a:xfrm>
              <a:off x="805320" y="3740040"/>
              <a:ext cx="922680" cy="6732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40185" h="2950">
                  <a:moveTo>
                    <a:pt x="1" y="1"/>
                  </a:moveTo>
                  <a:lnTo>
                    <a:pt x="1" y="2949"/>
                  </a:lnTo>
                  <a:lnTo>
                    <a:pt x="40184" y="2949"/>
                  </a:lnTo>
                  <a:lnTo>
                    <a:pt x="4018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859;p35"/>
            <p:cNvSpPr/>
            <p:nvPr/>
          </p:nvSpPr>
          <p:spPr>
            <a:xfrm>
              <a:off x="1661040" y="3507480"/>
              <a:ext cx="67320" cy="30132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301320"/>
                <a:gd name="textAreaBottom" fmla="*/ 301680 h 301320"/>
              </a:gdLst>
              <a:ahLst/>
              <a:cxnLst/>
              <a:rect l="textAreaLeft" t="textAreaTop" r="textAreaRight" b="textAreaBottom"/>
              <a:pathLst>
                <a:path w="2950" h="13132">
                  <a:moveTo>
                    <a:pt x="1" y="0"/>
                  </a:moveTo>
                  <a:lnTo>
                    <a:pt x="1" y="13131"/>
                  </a:lnTo>
                  <a:lnTo>
                    <a:pt x="2949" y="13131"/>
                  </a:lnTo>
                  <a:lnTo>
                    <a:pt x="294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860;p35"/>
            <p:cNvSpPr/>
            <p:nvPr/>
          </p:nvSpPr>
          <p:spPr>
            <a:xfrm>
              <a:off x="848880" y="3575160"/>
              <a:ext cx="811800" cy="164520"/>
            </a:xfrm>
            <a:custGeom>
              <a:avLst/>
              <a:gdLst>
                <a:gd name="textAreaLeft" fmla="*/ 0 w 811800"/>
                <a:gd name="textAreaRight" fmla="*/ 812160 w 811800"/>
                <a:gd name="textAreaTop" fmla="*/ 0 h 164520"/>
                <a:gd name="textAreaBottom" fmla="*/ 164880 h 164520"/>
              </a:gdLst>
              <a:ahLst/>
              <a:cxnLst/>
              <a:rect l="textAreaLeft" t="textAreaTop" r="textAreaRight" b="textAreaBottom"/>
              <a:pathLst>
                <a:path w="35351" h="7174">
                  <a:moveTo>
                    <a:pt x="0" y="1"/>
                  </a:moveTo>
                  <a:lnTo>
                    <a:pt x="0" y="7174"/>
                  </a:lnTo>
                  <a:lnTo>
                    <a:pt x="35351" y="7174"/>
                  </a:lnTo>
                  <a:lnTo>
                    <a:pt x="3535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861;p35"/>
            <p:cNvSpPr/>
            <p:nvPr/>
          </p:nvSpPr>
          <p:spPr>
            <a:xfrm>
              <a:off x="848160" y="3617280"/>
              <a:ext cx="812520" cy="1080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35381" h="491">
                  <a:moveTo>
                    <a:pt x="8837" y="1"/>
                  </a:moveTo>
                  <a:cubicBezTo>
                    <a:pt x="5890" y="1"/>
                    <a:pt x="2938" y="68"/>
                    <a:pt x="0" y="231"/>
                  </a:cubicBezTo>
                  <a:lnTo>
                    <a:pt x="0" y="261"/>
                  </a:lnTo>
                  <a:cubicBezTo>
                    <a:pt x="2938" y="423"/>
                    <a:pt x="5890" y="491"/>
                    <a:pt x="8837" y="491"/>
                  </a:cubicBezTo>
                  <a:cubicBezTo>
                    <a:pt x="10311" y="491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1"/>
                  </a:lnTo>
                  <a:cubicBezTo>
                    <a:pt x="33331" y="103"/>
                    <a:pt x="31267" y="55"/>
                    <a:pt x="29203" y="55"/>
                  </a:cubicBezTo>
                  <a:cubicBezTo>
                    <a:pt x="26830" y="55"/>
                    <a:pt x="24455" y="119"/>
                    <a:pt x="22098" y="200"/>
                  </a:cubicBezTo>
                  <a:cubicBezTo>
                    <a:pt x="21832" y="203"/>
                    <a:pt x="21567" y="204"/>
                    <a:pt x="21302" y="204"/>
                  </a:cubicBezTo>
                  <a:cubicBezTo>
                    <a:pt x="18623" y="204"/>
                    <a:pt x="15963" y="76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862;p35"/>
            <p:cNvSpPr/>
            <p:nvPr/>
          </p:nvSpPr>
          <p:spPr>
            <a:xfrm>
              <a:off x="848160" y="3668040"/>
              <a:ext cx="812520" cy="1080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35381" h="482">
                  <a:moveTo>
                    <a:pt x="9399" y="1"/>
                  </a:moveTo>
                  <a:cubicBezTo>
                    <a:pt x="6265" y="1"/>
                    <a:pt x="3125" y="60"/>
                    <a:pt x="0" y="211"/>
                  </a:cubicBezTo>
                  <a:lnTo>
                    <a:pt x="0" y="272"/>
                  </a:lnTo>
                  <a:cubicBezTo>
                    <a:pt x="3125" y="423"/>
                    <a:pt x="6265" y="482"/>
                    <a:pt x="9399" y="482"/>
                  </a:cubicBezTo>
                  <a:cubicBezTo>
                    <a:pt x="10685" y="482"/>
                    <a:pt x="11970" y="472"/>
                    <a:pt x="13253" y="454"/>
                  </a:cubicBezTo>
                  <a:cubicBezTo>
                    <a:pt x="16002" y="454"/>
                    <a:pt x="18700" y="299"/>
                    <a:pt x="21418" y="299"/>
                  </a:cubicBezTo>
                  <a:cubicBezTo>
                    <a:pt x="21644" y="299"/>
                    <a:pt x="21871" y="300"/>
                    <a:pt x="22098" y="302"/>
                  </a:cubicBezTo>
                  <a:cubicBezTo>
                    <a:pt x="24508" y="351"/>
                    <a:pt x="26878" y="440"/>
                    <a:pt x="29272" y="440"/>
                  </a:cubicBezTo>
                  <a:cubicBezTo>
                    <a:pt x="29838" y="440"/>
                    <a:pt x="30404" y="435"/>
                    <a:pt x="30973" y="424"/>
                  </a:cubicBezTo>
                  <a:cubicBezTo>
                    <a:pt x="32432" y="363"/>
                    <a:pt x="33922" y="333"/>
                    <a:pt x="35381" y="272"/>
                  </a:cubicBezTo>
                  <a:lnTo>
                    <a:pt x="35381" y="211"/>
                  </a:lnTo>
                  <a:cubicBezTo>
                    <a:pt x="33261" y="94"/>
                    <a:pt x="31127" y="47"/>
                    <a:pt x="28993" y="47"/>
                  </a:cubicBezTo>
                  <a:cubicBezTo>
                    <a:pt x="26689" y="47"/>
                    <a:pt x="24385" y="102"/>
                    <a:pt x="22098" y="181"/>
                  </a:cubicBezTo>
                  <a:cubicBezTo>
                    <a:pt x="21832" y="183"/>
                    <a:pt x="21567" y="185"/>
                    <a:pt x="21302" y="185"/>
                  </a:cubicBezTo>
                  <a:cubicBezTo>
                    <a:pt x="18623" y="185"/>
                    <a:pt x="15963" y="56"/>
                    <a:pt x="13253" y="29"/>
                  </a:cubicBezTo>
                  <a:cubicBezTo>
                    <a:pt x="11970" y="11"/>
                    <a:pt x="10685" y="1"/>
                    <a:pt x="9399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863;p35"/>
            <p:cNvSpPr/>
            <p:nvPr/>
          </p:nvSpPr>
          <p:spPr>
            <a:xfrm>
              <a:off x="721800" y="3801960"/>
              <a:ext cx="3164760" cy="126720"/>
            </a:xfrm>
            <a:custGeom>
              <a:avLst/>
              <a:gdLst>
                <a:gd name="textAreaLeft" fmla="*/ 0 w 3164760"/>
                <a:gd name="textAreaRight" fmla="*/ 3165120 w 316476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37782" h="5526">
                  <a:moveTo>
                    <a:pt x="68737" y="1"/>
                  </a:moveTo>
                  <a:cubicBezTo>
                    <a:pt x="56377" y="1"/>
                    <a:pt x="44044" y="8"/>
                    <a:pt x="34408" y="39"/>
                  </a:cubicBezTo>
                  <a:cubicBezTo>
                    <a:pt x="22980" y="130"/>
                    <a:pt x="11399" y="39"/>
                    <a:pt x="0" y="251"/>
                  </a:cubicBezTo>
                  <a:lnTo>
                    <a:pt x="0" y="5388"/>
                  </a:lnTo>
                  <a:lnTo>
                    <a:pt x="31" y="312"/>
                  </a:lnTo>
                  <a:lnTo>
                    <a:pt x="31" y="312"/>
                  </a:lnTo>
                  <a:cubicBezTo>
                    <a:pt x="24620" y="449"/>
                    <a:pt x="51822" y="517"/>
                    <a:pt x="77794" y="517"/>
                  </a:cubicBezTo>
                  <a:cubicBezTo>
                    <a:pt x="86455" y="517"/>
                    <a:pt x="94979" y="510"/>
                    <a:pt x="103224" y="495"/>
                  </a:cubicBezTo>
                  <a:cubicBezTo>
                    <a:pt x="103202" y="478"/>
                    <a:pt x="104369" y="472"/>
                    <a:pt x="106285" y="472"/>
                  </a:cubicBezTo>
                  <a:cubicBezTo>
                    <a:pt x="109837" y="472"/>
                    <a:pt x="115964" y="491"/>
                    <a:pt x="121860" y="491"/>
                  </a:cubicBezTo>
                  <a:cubicBezTo>
                    <a:pt x="129815" y="491"/>
                    <a:pt x="137349" y="457"/>
                    <a:pt x="137571" y="297"/>
                  </a:cubicBezTo>
                  <a:lnTo>
                    <a:pt x="137571" y="297"/>
                  </a:lnTo>
                  <a:lnTo>
                    <a:pt x="137571" y="5388"/>
                  </a:lnTo>
                  <a:cubicBezTo>
                    <a:pt x="116722" y="5271"/>
                    <a:pt x="94055" y="5217"/>
                    <a:pt x="71282" y="5217"/>
                  </a:cubicBezTo>
                  <a:cubicBezTo>
                    <a:pt x="46944" y="5217"/>
                    <a:pt x="22487" y="5278"/>
                    <a:pt x="0" y="5388"/>
                  </a:cubicBezTo>
                  <a:cubicBezTo>
                    <a:pt x="15123" y="5493"/>
                    <a:pt x="31017" y="5526"/>
                    <a:pt x="47149" y="5526"/>
                  </a:cubicBezTo>
                  <a:cubicBezTo>
                    <a:pt x="73249" y="5526"/>
                    <a:pt x="99969" y="5441"/>
                    <a:pt x="125034" y="5441"/>
                  </a:cubicBezTo>
                  <a:cubicBezTo>
                    <a:pt x="129316" y="5441"/>
                    <a:pt x="133550" y="5443"/>
                    <a:pt x="137723" y="5449"/>
                  </a:cubicBezTo>
                  <a:lnTo>
                    <a:pt x="137723" y="5327"/>
                  </a:lnTo>
                  <a:lnTo>
                    <a:pt x="137723" y="251"/>
                  </a:lnTo>
                  <a:cubicBezTo>
                    <a:pt x="137781" y="64"/>
                    <a:pt x="130030" y="27"/>
                    <a:pt x="121862" y="27"/>
                  </a:cubicBezTo>
                  <a:cubicBezTo>
                    <a:pt x="116566" y="27"/>
                    <a:pt x="111096" y="42"/>
                    <a:pt x="107463" y="42"/>
                  </a:cubicBezTo>
                  <a:cubicBezTo>
                    <a:pt x="104894" y="42"/>
                    <a:pt x="103244" y="35"/>
                    <a:pt x="103224" y="8"/>
                  </a:cubicBezTo>
                  <a:cubicBezTo>
                    <a:pt x="93482" y="8"/>
                    <a:pt x="81096" y="1"/>
                    <a:pt x="68737" y="1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0E465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864;p35"/>
            <p:cNvSpPr/>
            <p:nvPr/>
          </p:nvSpPr>
          <p:spPr>
            <a:xfrm>
              <a:off x="805320" y="3210840"/>
              <a:ext cx="922680" cy="6732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40185" h="2949">
                  <a:moveTo>
                    <a:pt x="1" y="0"/>
                  </a:moveTo>
                  <a:lnTo>
                    <a:pt x="1" y="2948"/>
                  </a:lnTo>
                  <a:lnTo>
                    <a:pt x="40184" y="2948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865;p35"/>
            <p:cNvSpPr/>
            <p:nvPr/>
          </p:nvSpPr>
          <p:spPr>
            <a:xfrm>
              <a:off x="805320" y="3444120"/>
              <a:ext cx="922680" cy="68040"/>
            </a:xfrm>
            <a:custGeom>
              <a:avLst/>
              <a:gdLst>
                <a:gd name="textAreaLeft" fmla="*/ 0 w 922680"/>
                <a:gd name="textAreaRight" fmla="*/ 923040 w 92268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40185" h="2980">
                  <a:moveTo>
                    <a:pt x="1" y="0"/>
                  </a:moveTo>
                  <a:lnTo>
                    <a:pt x="1" y="2979"/>
                  </a:lnTo>
                  <a:lnTo>
                    <a:pt x="40184" y="2979"/>
                  </a:lnTo>
                  <a:lnTo>
                    <a:pt x="4018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866;p35"/>
            <p:cNvSpPr/>
            <p:nvPr/>
          </p:nvSpPr>
          <p:spPr>
            <a:xfrm>
              <a:off x="1661040" y="3211560"/>
              <a:ext cx="67320" cy="300600"/>
            </a:xfrm>
            <a:custGeom>
              <a:avLst/>
              <a:gdLst>
                <a:gd name="textAreaLeft" fmla="*/ 0 w 67320"/>
                <a:gd name="textAreaRight" fmla="*/ 67680 w 6732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2950" h="13102">
                  <a:moveTo>
                    <a:pt x="1" y="1"/>
                  </a:moveTo>
                  <a:lnTo>
                    <a:pt x="1" y="13101"/>
                  </a:lnTo>
                  <a:lnTo>
                    <a:pt x="2949" y="13101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867;p35"/>
            <p:cNvSpPr/>
            <p:nvPr/>
          </p:nvSpPr>
          <p:spPr>
            <a:xfrm>
              <a:off x="848880" y="3278520"/>
              <a:ext cx="811080" cy="165240"/>
            </a:xfrm>
            <a:custGeom>
              <a:avLst/>
              <a:gdLst>
                <a:gd name="textAreaLeft" fmla="*/ 0 w 811080"/>
                <a:gd name="textAreaRight" fmla="*/ 811440 w 81108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35321" h="7205">
                  <a:moveTo>
                    <a:pt x="0" y="0"/>
                  </a:moveTo>
                  <a:lnTo>
                    <a:pt x="0" y="7204"/>
                  </a:lnTo>
                  <a:lnTo>
                    <a:pt x="35320" y="7204"/>
                  </a:lnTo>
                  <a:lnTo>
                    <a:pt x="3532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868;p35"/>
            <p:cNvSpPr/>
            <p:nvPr/>
          </p:nvSpPr>
          <p:spPr>
            <a:xfrm>
              <a:off x="848160" y="3320640"/>
              <a:ext cx="812520" cy="1080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35381" h="491">
                  <a:moveTo>
                    <a:pt x="8837" y="1"/>
                  </a:moveTo>
                  <a:cubicBezTo>
                    <a:pt x="5890" y="1"/>
                    <a:pt x="2938" y="68"/>
                    <a:pt x="0" y="230"/>
                  </a:cubicBezTo>
                  <a:lnTo>
                    <a:pt x="0" y="261"/>
                  </a:lnTo>
                  <a:cubicBezTo>
                    <a:pt x="2938" y="423"/>
                    <a:pt x="5890" y="490"/>
                    <a:pt x="8837" y="490"/>
                  </a:cubicBezTo>
                  <a:cubicBezTo>
                    <a:pt x="10311" y="490"/>
                    <a:pt x="11784" y="474"/>
                    <a:pt x="13253" y="443"/>
                  </a:cubicBezTo>
                  <a:cubicBezTo>
                    <a:pt x="16002" y="443"/>
                    <a:pt x="18700" y="288"/>
                    <a:pt x="21418" y="288"/>
                  </a:cubicBezTo>
                  <a:cubicBezTo>
                    <a:pt x="21644" y="288"/>
                    <a:pt x="21871" y="289"/>
                    <a:pt x="22098" y="291"/>
                  </a:cubicBezTo>
                  <a:cubicBezTo>
                    <a:pt x="24332" y="360"/>
                    <a:pt x="26532" y="445"/>
                    <a:pt x="28749" y="445"/>
                  </a:cubicBezTo>
                  <a:cubicBezTo>
                    <a:pt x="29488" y="445"/>
                    <a:pt x="30229" y="436"/>
                    <a:pt x="30973" y="413"/>
                  </a:cubicBezTo>
                  <a:cubicBezTo>
                    <a:pt x="32432" y="382"/>
                    <a:pt x="33922" y="352"/>
                    <a:pt x="35381" y="261"/>
                  </a:cubicBezTo>
                  <a:lnTo>
                    <a:pt x="35381" y="230"/>
                  </a:lnTo>
                  <a:cubicBezTo>
                    <a:pt x="33260" y="99"/>
                    <a:pt x="31126" y="52"/>
                    <a:pt x="28991" y="52"/>
                  </a:cubicBezTo>
                  <a:cubicBezTo>
                    <a:pt x="26688" y="52"/>
                    <a:pt x="24385" y="107"/>
                    <a:pt x="22098" y="170"/>
                  </a:cubicBezTo>
                  <a:cubicBezTo>
                    <a:pt x="21614" y="180"/>
                    <a:pt x="21132" y="184"/>
                    <a:pt x="20649" y="184"/>
                  </a:cubicBezTo>
                  <a:cubicBezTo>
                    <a:pt x="18191" y="184"/>
                    <a:pt x="15743" y="73"/>
                    <a:pt x="13253" y="48"/>
                  </a:cubicBezTo>
                  <a:cubicBezTo>
                    <a:pt x="11784" y="18"/>
                    <a:pt x="10311" y="1"/>
                    <a:pt x="8837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869;p35"/>
            <p:cNvSpPr/>
            <p:nvPr/>
          </p:nvSpPr>
          <p:spPr>
            <a:xfrm>
              <a:off x="848160" y="3372120"/>
              <a:ext cx="812520" cy="11160"/>
            </a:xfrm>
            <a:custGeom>
              <a:avLst/>
              <a:gdLst>
                <a:gd name="textAreaLeft" fmla="*/ 0 w 812520"/>
                <a:gd name="textAreaRight" fmla="*/ 812880 w 81252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5381" h="495">
                  <a:moveTo>
                    <a:pt x="9534" y="1"/>
                  </a:moveTo>
                  <a:cubicBezTo>
                    <a:pt x="6356" y="1"/>
                    <a:pt x="3170" y="66"/>
                    <a:pt x="0" y="241"/>
                  </a:cubicBezTo>
                  <a:lnTo>
                    <a:pt x="0" y="271"/>
                  </a:lnTo>
                  <a:cubicBezTo>
                    <a:pt x="3085" y="420"/>
                    <a:pt x="6185" y="494"/>
                    <a:pt x="9279" y="494"/>
                  </a:cubicBezTo>
                  <a:cubicBezTo>
                    <a:pt x="10605" y="494"/>
                    <a:pt x="11930" y="481"/>
                    <a:pt x="13253" y="453"/>
                  </a:cubicBezTo>
                  <a:cubicBezTo>
                    <a:pt x="16002" y="453"/>
                    <a:pt x="18700" y="298"/>
                    <a:pt x="21418" y="298"/>
                  </a:cubicBezTo>
                  <a:cubicBezTo>
                    <a:pt x="21644" y="298"/>
                    <a:pt x="21871" y="299"/>
                    <a:pt x="22098" y="301"/>
                  </a:cubicBezTo>
                  <a:cubicBezTo>
                    <a:pt x="24405" y="372"/>
                    <a:pt x="26676" y="443"/>
                    <a:pt x="28967" y="443"/>
                  </a:cubicBezTo>
                  <a:cubicBezTo>
                    <a:pt x="29634" y="443"/>
                    <a:pt x="30302" y="437"/>
                    <a:pt x="30973" y="423"/>
                  </a:cubicBezTo>
                  <a:cubicBezTo>
                    <a:pt x="32432" y="393"/>
                    <a:pt x="33922" y="332"/>
                    <a:pt x="35381" y="271"/>
                  </a:cubicBezTo>
                  <a:lnTo>
                    <a:pt x="35381" y="241"/>
                  </a:lnTo>
                  <a:cubicBezTo>
                    <a:pt x="33177" y="104"/>
                    <a:pt x="30958" y="51"/>
                    <a:pt x="28739" y="51"/>
                  </a:cubicBezTo>
                  <a:cubicBezTo>
                    <a:pt x="26520" y="51"/>
                    <a:pt x="24301" y="104"/>
                    <a:pt x="22098" y="180"/>
                  </a:cubicBezTo>
                  <a:cubicBezTo>
                    <a:pt x="21622" y="190"/>
                    <a:pt x="21146" y="194"/>
                    <a:pt x="20671" y="194"/>
                  </a:cubicBezTo>
                  <a:cubicBezTo>
                    <a:pt x="18205" y="194"/>
                    <a:pt x="15750" y="79"/>
                    <a:pt x="13253" y="28"/>
                  </a:cubicBezTo>
                  <a:cubicBezTo>
                    <a:pt x="12015" y="11"/>
                    <a:pt x="10775" y="1"/>
                    <a:pt x="953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870;p35"/>
            <p:cNvSpPr/>
            <p:nvPr/>
          </p:nvSpPr>
          <p:spPr>
            <a:xfrm>
              <a:off x="1023480" y="2840760"/>
              <a:ext cx="484200" cy="370440"/>
            </a:xfrm>
            <a:custGeom>
              <a:avLst/>
              <a:gdLst>
                <a:gd name="textAreaLeft" fmla="*/ 0 w 484200"/>
                <a:gd name="textAreaRight" fmla="*/ 484560 w 48420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21096" h="16141">
                  <a:moveTo>
                    <a:pt x="0" y="0"/>
                  </a:moveTo>
                  <a:lnTo>
                    <a:pt x="1611" y="16141"/>
                  </a:lnTo>
                  <a:lnTo>
                    <a:pt x="19484" y="16141"/>
                  </a:lnTo>
                  <a:lnTo>
                    <a:pt x="21095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871;p35"/>
            <p:cNvSpPr/>
            <p:nvPr/>
          </p:nvSpPr>
          <p:spPr>
            <a:xfrm>
              <a:off x="961200" y="2192040"/>
              <a:ext cx="592560" cy="649080"/>
            </a:xfrm>
            <a:custGeom>
              <a:avLst/>
              <a:gdLst>
                <a:gd name="textAreaLeft" fmla="*/ 0 w 592560"/>
                <a:gd name="textAreaRight" fmla="*/ 592920 w 592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25807" h="28269">
                  <a:moveTo>
                    <a:pt x="9367" y="0"/>
                  </a:moveTo>
                  <a:cubicBezTo>
                    <a:pt x="6701" y="0"/>
                    <a:pt x="8785" y="23770"/>
                    <a:pt x="8785" y="23770"/>
                  </a:cubicBezTo>
                  <a:cubicBezTo>
                    <a:pt x="8785" y="23770"/>
                    <a:pt x="6201" y="8725"/>
                    <a:pt x="3101" y="8725"/>
                  </a:cubicBezTo>
                  <a:cubicBezTo>
                    <a:pt x="0" y="8725"/>
                    <a:pt x="6596" y="28269"/>
                    <a:pt x="6596" y="28269"/>
                  </a:cubicBezTo>
                  <a:lnTo>
                    <a:pt x="18937" y="28269"/>
                  </a:lnTo>
                  <a:lnTo>
                    <a:pt x="18937" y="28238"/>
                  </a:lnTo>
                  <a:cubicBezTo>
                    <a:pt x="18937" y="28238"/>
                    <a:pt x="25806" y="11126"/>
                    <a:pt x="23952" y="8968"/>
                  </a:cubicBezTo>
                  <a:cubicBezTo>
                    <a:pt x="23841" y="8838"/>
                    <a:pt x="23716" y="8778"/>
                    <a:pt x="23579" y="8778"/>
                  </a:cubicBezTo>
                  <a:cubicBezTo>
                    <a:pt x="21427" y="8778"/>
                    <a:pt x="16323" y="23740"/>
                    <a:pt x="16323" y="23740"/>
                  </a:cubicBezTo>
                  <a:cubicBezTo>
                    <a:pt x="16323" y="23740"/>
                    <a:pt x="19301" y="3983"/>
                    <a:pt x="17083" y="2797"/>
                  </a:cubicBezTo>
                  <a:cubicBezTo>
                    <a:pt x="17012" y="2759"/>
                    <a:pt x="16942" y="2740"/>
                    <a:pt x="16872" y="2740"/>
                  </a:cubicBezTo>
                  <a:cubicBezTo>
                    <a:pt x="14738" y="2740"/>
                    <a:pt x="12858" y="20123"/>
                    <a:pt x="12858" y="20123"/>
                  </a:cubicBezTo>
                  <a:cubicBezTo>
                    <a:pt x="12858" y="20123"/>
                    <a:pt x="12067" y="123"/>
                    <a:pt x="9392" y="1"/>
                  </a:cubicBezTo>
                  <a:cubicBezTo>
                    <a:pt x="9384" y="0"/>
                    <a:pt x="9375" y="0"/>
                    <a:pt x="9367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872;p35"/>
            <p:cNvSpPr/>
            <p:nvPr/>
          </p:nvSpPr>
          <p:spPr>
            <a:xfrm>
              <a:off x="3130200" y="1566360"/>
              <a:ext cx="141480" cy="150480"/>
            </a:xfrm>
            <a:custGeom>
              <a:avLst/>
              <a:gdLst>
                <a:gd name="textAreaLeft" fmla="*/ 0 w 141480"/>
                <a:gd name="textAreaRight" fmla="*/ 141840 w 14148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6171" h="6566">
                  <a:moveTo>
                    <a:pt x="1550" y="1"/>
                  </a:moveTo>
                  <a:lnTo>
                    <a:pt x="0" y="6566"/>
                  </a:lnTo>
                  <a:lnTo>
                    <a:pt x="6171" y="6566"/>
                  </a:lnTo>
                  <a:lnTo>
                    <a:pt x="462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873;p35"/>
            <p:cNvSpPr/>
            <p:nvPr/>
          </p:nvSpPr>
          <p:spPr>
            <a:xfrm>
              <a:off x="3130200" y="1717200"/>
              <a:ext cx="142200" cy="39924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399240"/>
                <a:gd name="textAreaBottom" fmla="*/ 399600 h 399240"/>
              </a:gdLst>
              <a:ahLst/>
              <a:cxnLst/>
              <a:rect l="textAreaLeft" t="textAreaTop" r="textAreaRight" b="textAreaBottom"/>
              <a:pathLst>
                <a:path w="6201" h="17388">
                  <a:moveTo>
                    <a:pt x="0" y="1"/>
                  </a:moveTo>
                  <a:lnTo>
                    <a:pt x="0" y="17387"/>
                  </a:lnTo>
                  <a:lnTo>
                    <a:pt x="6201" y="17387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874;p35"/>
            <p:cNvSpPr/>
            <p:nvPr/>
          </p:nvSpPr>
          <p:spPr>
            <a:xfrm>
              <a:off x="2845800" y="2116440"/>
              <a:ext cx="709200" cy="598680"/>
            </a:xfrm>
            <a:custGeom>
              <a:avLst/>
              <a:gdLst>
                <a:gd name="textAreaLeft" fmla="*/ 0 w 709200"/>
                <a:gd name="textAreaRight" fmla="*/ 709560 w 709200"/>
                <a:gd name="textAreaTop" fmla="*/ 0 h 598680"/>
                <a:gd name="textAreaBottom" fmla="*/ 599040 h 598680"/>
              </a:gdLst>
              <a:ahLst/>
              <a:cxnLst/>
              <a:rect l="textAreaLeft" t="textAreaTop" r="textAreaRight" b="textAreaBottom"/>
              <a:pathLst>
                <a:path w="30883" h="26080">
                  <a:moveTo>
                    <a:pt x="12371" y="0"/>
                  </a:moveTo>
                  <a:lnTo>
                    <a:pt x="0" y="26080"/>
                  </a:lnTo>
                  <a:lnTo>
                    <a:pt x="30882" y="26080"/>
                  </a:lnTo>
                  <a:lnTo>
                    <a:pt x="1854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1875;p35"/>
            <p:cNvSpPr/>
            <p:nvPr/>
          </p:nvSpPr>
          <p:spPr>
            <a:xfrm>
              <a:off x="3129480" y="1711440"/>
              <a:ext cx="142200" cy="1080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6202" h="479">
                  <a:moveTo>
                    <a:pt x="3113" y="0"/>
                  </a:moveTo>
                  <a:cubicBezTo>
                    <a:pt x="2075" y="0"/>
                    <a:pt x="1034" y="84"/>
                    <a:pt x="1" y="251"/>
                  </a:cubicBezTo>
                  <a:cubicBezTo>
                    <a:pt x="1034" y="403"/>
                    <a:pt x="2075" y="479"/>
                    <a:pt x="3113" y="479"/>
                  </a:cubicBezTo>
                  <a:cubicBezTo>
                    <a:pt x="4150" y="479"/>
                    <a:pt x="5183" y="403"/>
                    <a:pt x="6202" y="251"/>
                  </a:cubicBezTo>
                  <a:cubicBezTo>
                    <a:pt x="5183" y="84"/>
                    <a:pt x="4150" y="0"/>
                    <a:pt x="311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876;p35"/>
            <p:cNvSpPr/>
            <p:nvPr/>
          </p:nvSpPr>
          <p:spPr>
            <a:xfrm>
              <a:off x="2845800" y="2363040"/>
              <a:ext cx="709920" cy="352440"/>
            </a:xfrm>
            <a:custGeom>
              <a:avLst/>
              <a:gdLst>
                <a:gd name="textAreaLeft" fmla="*/ 0 w 709920"/>
                <a:gd name="textAreaRight" fmla="*/ 710280 w 709920"/>
                <a:gd name="textAreaTop" fmla="*/ 0 h 352440"/>
                <a:gd name="textAreaBottom" fmla="*/ 352800 h 352440"/>
              </a:gdLst>
              <a:ahLst/>
              <a:cxnLst/>
              <a:rect l="textAreaLeft" t="textAreaTop" r="textAreaRight" b="textAreaBottom"/>
              <a:pathLst>
                <a:path w="30913" h="15351">
                  <a:moveTo>
                    <a:pt x="23618" y="1"/>
                  </a:moveTo>
                  <a:cubicBezTo>
                    <a:pt x="16870" y="1186"/>
                    <a:pt x="14833" y="5989"/>
                    <a:pt x="12371" y="5989"/>
                  </a:cubicBezTo>
                  <a:cubicBezTo>
                    <a:pt x="9970" y="5989"/>
                    <a:pt x="9940" y="3709"/>
                    <a:pt x="5806" y="3040"/>
                  </a:cubicBezTo>
                  <a:lnTo>
                    <a:pt x="0" y="15351"/>
                  </a:lnTo>
                  <a:lnTo>
                    <a:pt x="30913" y="15351"/>
                  </a:lnTo>
                  <a:lnTo>
                    <a:pt x="23618" y="1"/>
                  </a:lnTo>
                  <a:close/>
                </a:path>
              </a:pathLst>
            </a:custGeom>
            <a:solidFill>
              <a:srgbClr val="C6573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877;p35"/>
            <p:cNvSpPr/>
            <p:nvPr/>
          </p:nvSpPr>
          <p:spPr>
            <a:xfrm>
              <a:off x="3195000" y="1214280"/>
              <a:ext cx="11520" cy="3517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517" h="15320">
                  <a:moveTo>
                    <a:pt x="0" y="0"/>
                  </a:moveTo>
                  <a:lnTo>
                    <a:pt x="0" y="15320"/>
                  </a:lnTo>
                  <a:lnTo>
                    <a:pt x="517" y="15320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878;p35"/>
            <p:cNvSpPr/>
            <p:nvPr/>
          </p:nvSpPr>
          <p:spPr>
            <a:xfrm>
              <a:off x="3094920" y="2304360"/>
              <a:ext cx="117000" cy="11556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5106" h="5041">
                  <a:moveTo>
                    <a:pt x="2328" y="525"/>
                  </a:moveTo>
                  <a:cubicBezTo>
                    <a:pt x="2848" y="525"/>
                    <a:pt x="3363" y="703"/>
                    <a:pt x="3750" y="1100"/>
                  </a:cubicBezTo>
                  <a:cubicBezTo>
                    <a:pt x="5105" y="2396"/>
                    <a:pt x="4376" y="4663"/>
                    <a:pt x="2503" y="4663"/>
                  </a:cubicBezTo>
                  <a:cubicBezTo>
                    <a:pt x="2444" y="4663"/>
                    <a:pt x="2383" y="4661"/>
                    <a:pt x="2322" y="4656"/>
                  </a:cubicBezTo>
                  <a:cubicBezTo>
                    <a:pt x="1258" y="4565"/>
                    <a:pt x="72" y="3775"/>
                    <a:pt x="72" y="2559"/>
                  </a:cubicBezTo>
                  <a:cubicBezTo>
                    <a:pt x="72" y="1337"/>
                    <a:pt x="1215" y="525"/>
                    <a:pt x="2328" y="525"/>
                  </a:cubicBezTo>
                  <a:close/>
                  <a:moveTo>
                    <a:pt x="2378" y="0"/>
                  </a:moveTo>
                  <a:cubicBezTo>
                    <a:pt x="1144" y="0"/>
                    <a:pt x="1" y="1036"/>
                    <a:pt x="42" y="2559"/>
                  </a:cubicBezTo>
                  <a:cubicBezTo>
                    <a:pt x="22" y="4055"/>
                    <a:pt x="1077" y="5040"/>
                    <a:pt x="2252" y="5040"/>
                  </a:cubicBezTo>
                  <a:cubicBezTo>
                    <a:pt x="2843" y="5040"/>
                    <a:pt x="3464" y="4790"/>
                    <a:pt x="3993" y="4231"/>
                  </a:cubicBezTo>
                  <a:cubicBezTo>
                    <a:pt x="4905" y="3319"/>
                    <a:pt x="5057" y="1708"/>
                    <a:pt x="4084" y="766"/>
                  </a:cubicBezTo>
                  <a:cubicBezTo>
                    <a:pt x="3574" y="236"/>
                    <a:pt x="2966" y="0"/>
                    <a:pt x="237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879;p35"/>
            <p:cNvSpPr/>
            <p:nvPr/>
          </p:nvSpPr>
          <p:spPr>
            <a:xfrm>
              <a:off x="3264120" y="2488680"/>
              <a:ext cx="108720" cy="99360"/>
            </a:xfrm>
            <a:custGeom>
              <a:avLst/>
              <a:gdLst>
                <a:gd name="textAreaLeft" fmla="*/ 0 w 108720"/>
                <a:gd name="textAreaRight" fmla="*/ 109080 w 10872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4742" h="4345">
                  <a:moveTo>
                    <a:pt x="2006" y="505"/>
                  </a:moveTo>
                  <a:cubicBezTo>
                    <a:pt x="2451" y="505"/>
                    <a:pt x="2890" y="651"/>
                    <a:pt x="3222" y="974"/>
                  </a:cubicBezTo>
                  <a:cubicBezTo>
                    <a:pt x="4394" y="2058"/>
                    <a:pt x="3759" y="3961"/>
                    <a:pt x="2187" y="3961"/>
                  </a:cubicBezTo>
                  <a:cubicBezTo>
                    <a:pt x="2128" y="3961"/>
                    <a:pt x="2068" y="3958"/>
                    <a:pt x="2006" y="3953"/>
                  </a:cubicBezTo>
                  <a:cubicBezTo>
                    <a:pt x="1064" y="3922"/>
                    <a:pt x="61" y="3223"/>
                    <a:pt x="61" y="2190"/>
                  </a:cubicBezTo>
                  <a:cubicBezTo>
                    <a:pt x="102" y="1158"/>
                    <a:pt x="1067" y="505"/>
                    <a:pt x="2006" y="505"/>
                  </a:cubicBezTo>
                  <a:close/>
                  <a:moveTo>
                    <a:pt x="1961" y="0"/>
                  </a:moveTo>
                  <a:cubicBezTo>
                    <a:pt x="829" y="0"/>
                    <a:pt x="1" y="1110"/>
                    <a:pt x="31" y="2190"/>
                  </a:cubicBezTo>
                  <a:cubicBezTo>
                    <a:pt x="10" y="3501"/>
                    <a:pt x="928" y="4344"/>
                    <a:pt x="1948" y="4344"/>
                  </a:cubicBezTo>
                  <a:cubicBezTo>
                    <a:pt x="2464" y="4344"/>
                    <a:pt x="3006" y="4129"/>
                    <a:pt x="3465" y="3649"/>
                  </a:cubicBezTo>
                  <a:cubicBezTo>
                    <a:pt x="4742" y="2281"/>
                    <a:pt x="3952" y="31"/>
                    <a:pt x="2006" y="1"/>
                  </a:cubicBezTo>
                  <a:cubicBezTo>
                    <a:pt x="1991" y="1"/>
                    <a:pt x="1976" y="0"/>
                    <a:pt x="196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880;p35"/>
            <p:cNvSpPr/>
            <p:nvPr/>
          </p:nvSpPr>
          <p:spPr>
            <a:xfrm>
              <a:off x="2999520" y="2576880"/>
              <a:ext cx="80640" cy="7560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3527" h="3306">
                  <a:moveTo>
                    <a:pt x="1490" y="487"/>
                  </a:moveTo>
                  <a:cubicBezTo>
                    <a:pt x="2128" y="487"/>
                    <a:pt x="2705" y="1034"/>
                    <a:pt x="2766" y="1673"/>
                  </a:cubicBezTo>
                  <a:cubicBezTo>
                    <a:pt x="2877" y="2364"/>
                    <a:pt x="2333" y="2905"/>
                    <a:pt x="1684" y="2905"/>
                  </a:cubicBezTo>
                  <a:cubicBezTo>
                    <a:pt x="1620" y="2905"/>
                    <a:pt x="1555" y="2899"/>
                    <a:pt x="1490" y="2889"/>
                  </a:cubicBezTo>
                  <a:cubicBezTo>
                    <a:pt x="851" y="2828"/>
                    <a:pt x="91" y="2433"/>
                    <a:pt x="91" y="1673"/>
                  </a:cubicBezTo>
                  <a:cubicBezTo>
                    <a:pt x="91" y="943"/>
                    <a:pt x="851" y="487"/>
                    <a:pt x="1490" y="487"/>
                  </a:cubicBezTo>
                  <a:close/>
                  <a:moveTo>
                    <a:pt x="1490" y="1"/>
                  </a:moveTo>
                  <a:cubicBezTo>
                    <a:pt x="578" y="1"/>
                    <a:pt x="0" y="882"/>
                    <a:pt x="31" y="1673"/>
                  </a:cubicBezTo>
                  <a:cubicBezTo>
                    <a:pt x="11" y="2654"/>
                    <a:pt x="663" y="3305"/>
                    <a:pt x="1407" y="3305"/>
                  </a:cubicBezTo>
                  <a:cubicBezTo>
                    <a:pt x="1792" y="3305"/>
                    <a:pt x="2201" y="3131"/>
                    <a:pt x="2553" y="2737"/>
                  </a:cubicBezTo>
                  <a:cubicBezTo>
                    <a:pt x="3526" y="1703"/>
                    <a:pt x="2979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800" bIns="37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881;p35"/>
            <p:cNvSpPr/>
            <p:nvPr/>
          </p:nvSpPr>
          <p:spPr>
            <a:xfrm>
              <a:off x="3666960" y="1510560"/>
              <a:ext cx="11520" cy="229752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2297520"/>
                <a:gd name="textAreaBottom" fmla="*/ 2297880 h 2297520"/>
              </a:gdLst>
              <a:ahLst/>
              <a:cxnLst/>
              <a:rect l="textAreaLeft" t="textAreaTop" r="textAreaRight" b="textAreaBottom"/>
              <a:pathLst>
                <a:path w="518" h="100033">
                  <a:moveTo>
                    <a:pt x="1" y="1"/>
                  </a:moveTo>
                  <a:lnTo>
                    <a:pt x="1" y="100033"/>
                  </a:lnTo>
                  <a:lnTo>
                    <a:pt x="517" y="100033"/>
                  </a:lnTo>
                  <a:lnTo>
                    <a:pt x="51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882;p35"/>
            <p:cNvSpPr/>
            <p:nvPr/>
          </p:nvSpPr>
          <p:spPr>
            <a:xfrm>
              <a:off x="3322800" y="1955160"/>
              <a:ext cx="556200" cy="10800"/>
            </a:xfrm>
            <a:custGeom>
              <a:avLst/>
              <a:gdLst>
                <a:gd name="textAreaLeft" fmla="*/ 0 w 556200"/>
                <a:gd name="textAreaRight" fmla="*/ 556560 w 55620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24226" h="488">
                  <a:moveTo>
                    <a:pt x="0" y="1"/>
                  </a:moveTo>
                  <a:lnTo>
                    <a:pt x="0" y="487"/>
                  </a:lnTo>
                  <a:lnTo>
                    <a:pt x="24226" y="487"/>
                  </a:lnTo>
                  <a:lnTo>
                    <a:pt x="24226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883;p35"/>
            <p:cNvSpPr/>
            <p:nvPr/>
          </p:nvSpPr>
          <p:spPr>
            <a:xfrm>
              <a:off x="3879360" y="1891800"/>
              <a:ext cx="43560" cy="13716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1916" h="5989">
                  <a:moveTo>
                    <a:pt x="1" y="1"/>
                  </a:moveTo>
                  <a:lnTo>
                    <a:pt x="1" y="3010"/>
                  </a:lnTo>
                  <a:lnTo>
                    <a:pt x="1" y="5989"/>
                  </a:lnTo>
                  <a:lnTo>
                    <a:pt x="1916" y="4469"/>
                  </a:lnTo>
                  <a:lnTo>
                    <a:pt x="1916" y="3010"/>
                  </a:lnTo>
                  <a:lnTo>
                    <a:pt x="1916" y="14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884;p35"/>
            <p:cNvSpPr/>
            <p:nvPr/>
          </p:nvSpPr>
          <p:spPr>
            <a:xfrm>
              <a:off x="3585960" y="1874160"/>
              <a:ext cx="172800" cy="172080"/>
            </a:xfrm>
            <a:custGeom>
              <a:avLst/>
              <a:gdLst>
                <a:gd name="textAreaLeft" fmla="*/ 0 w 172800"/>
                <a:gd name="textAreaRight" fmla="*/ 173160 w 172800"/>
                <a:gd name="textAreaTop" fmla="*/ 0 h 172080"/>
                <a:gd name="textAreaBottom" fmla="*/ 172440 h 172080"/>
              </a:gdLst>
              <a:ahLst/>
              <a:cxnLst/>
              <a:rect l="textAreaLeft" t="textAreaTop" r="textAreaRight" b="textAreaBottom"/>
              <a:pathLst>
                <a:path w="7539" h="7509">
                  <a:moveTo>
                    <a:pt x="3770" y="1"/>
                  </a:moveTo>
                  <a:cubicBezTo>
                    <a:pt x="1672" y="1"/>
                    <a:pt x="1" y="1673"/>
                    <a:pt x="1" y="3770"/>
                  </a:cubicBezTo>
                  <a:cubicBezTo>
                    <a:pt x="1" y="5837"/>
                    <a:pt x="1672" y="7509"/>
                    <a:pt x="3770" y="7509"/>
                  </a:cubicBezTo>
                  <a:cubicBezTo>
                    <a:pt x="5867" y="7509"/>
                    <a:pt x="7539" y="5837"/>
                    <a:pt x="7539" y="3770"/>
                  </a:cubicBezTo>
                  <a:cubicBezTo>
                    <a:pt x="7539" y="1673"/>
                    <a:pt x="5867" y="1"/>
                    <a:pt x="377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040" bIns="86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885;p35"/>
            <p:cNvSpPr/>
            <p:nvPr/>
          </p:nvSpPr>
          <p:spPr>
            <a:xfrm>
              <a:off x="3618000" y="1900800"/>
              <a:ext cx="120960" cy="11772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117720"/>
                <a:gd name="textAreaBottom" fmla="*/ 118080 h 117720"/>
              </a:gdLst>
              <a:ahLst/>
              <a:cxnLst/>
              <a:rect l="textAreaLeft" t="textAreaTop" r="textAreaRight" b="textAreaBottom"/>
              <a:pathLst>
                <a:path w="5288" h="5146">
                  <a:moveTo>
                    <a:pt x="2375" y="512"/>
                  </a:moveTo>
                  <a:cubicBezTo>
                    <a:pt x="2927" y="512"/>
                    <a:pt x="3478" y="702"/>
                    <a:pt x="3901" y="1126"/>
                  </a:cubicBezTo>
                  <a:cubicBezTo>
                    <a:pt x="5287" y="2452"/>
                    <a:pt x="4528" y="4780"/>
                    <a:pt x="2567" y="4780"/>
                  </a:cubicBezTo>
                  <a:cubicBezTo>
                    <a:pt x="2507" y="4780"/>
                    <a:pt x="2445" y="4778"/>
                    <a:pt x="2382" y="4773"/>
                  </a:cubicBezTo>
                  <a:cubicBezTo>
                    <a:pt x="1227" y="4682"/>
                    <a:pt x="72" y="3861"/>
                    <a:pt x="72" y="2615"/>
                  </a:cubicBezTo>
                  <a:cubicBezTo>
                    <a:pt x="72" y="1341"/>
                    <a:pt x="1225" y="512"/>
                    <a:pt x="2375" y="512"/>
                  </a:cubicBezTo>
                  <a:close/>
                  <a:moveTo>
                    <a:pt x="2420" y="1"/>
                  </a:moveTo>
                  <a:cubicBezTo>
                    <a:pt x="1158" y="1"/>
                    <a:pt x="0" y="1039"/>
                    <a:pt x="41" y="2615"/>
                  </a:cubicBezTo>
                  <a:cubicBezTo>
                    <a:pt x="1" y="4148"/>
                    <a:pt x="1099" y="5146"/>
                    <a:pt x="2304" y="5146"/>
                  </a:cubicBezTo>
                  <a:cubicBezTo>
                    <a:pt x="2914" y="5146"/>
                    <a:pt x="3552" y="4890"/>
                    <a:pt x="4084" y="4317"/>
                  </a:cubicBezTo>
                  <a:cubicBezTo>
                    <a:pt x="4996" y="3405"/>
                    <a:pt x="5178" y="1764"/>
                    <a:pt x="4205" y="791"/>
                  </a:cubicBezTo>
                  <a:cubicBezTo>
                    <a:pt x="3669" y="245"/>
                    <a:pt x="3032" y="1"/>
                    <a:pt x="242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9040" bIns="59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886;p35"/>
            <p:cNvSpPr/>
            <p:nvPr/>
          </p:nvSpPr>
          <p:spPr>
            <a:xfrm>
              <a:off x="3102120" y="1868040"/>
              <a:ext cx="241200" cy="18072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10518" h="7890">
                  <a:moveTo>
                    <a:pt x="7174" y="0"/>
                  </a:moveTo>
                  <a:cubicBezTo>
                    <a:pt x="4742" y="0"/>
                    <a:pt x="2341" y="244"/>
                    <a:pt x="0" y="912"/>
                  </a:cubicBezTo>
                  <a:lnTo>
                    <a:pt x="0" y="1125"/>
                  </a:lnTo>
                  <a:cubicBezTo>
                    <a:pt x="791" y="1368"/>
                    <a:pt x="1581" y="1520"/>
                    <a:pt x="2371" y="1642"/>
                  </a:cubicBezTo>
                  <a:cubicBezTo>
                    <a:pt x="3884" y="1910"/>
                    <a:pt x="5397" y="2021"/>
                    <a:pt x="6910" y="2021"/>
                  </a:cubicBezTo>
                  <a:cubicBezTo>
                    <a:pt x="7527" y="2021"/>
                    <a:pt x="8144" y="2003"/>
                    <a:pt x="8761" y="1969"/>
                  </a:cubicBezTo>
                  <a:lnTo>
                    <a:pt x="8761" y="1969"/>
                  </a:lnTo>
                  <a:cubicBezTo>
                    <a:pt x="8932" y="3549"/>
                    <a:pt x="9347" y="5117"/>
                    <a:pt x="9314" y="6701"/>
                  </a:cubicBezTo>
                  <a:lnTo>
                    <a:pt x="9314" y="6701"/>
                  </a:lnTo>
                  <a:cubicBezTo>
                    <a:pt x="8615" y="6650"/>
                    <a:pt x="7898" y="6517"/>
                    <a:pt x="7204" y="6383"/>
                  </a:cubicBezTo>
                  <a:cubicBezTo>
                    <a:pt x="6546" y="6257"/>
                    <a:pt x="5887" y="6194"/>
                    <a:pt x="5211" y="6194"/>
                  </a:cubicBezTo>
                  <a:cubicBezTo>
                    <a:pt x="5076" y="6194"/>
                    <a:pt x="4940" y="6196"/>
                    <a:pt x="4803" y="6201"/>
                  </a:cubicBezTo>
                  <a:cubicBezTo>
                    <a:pt x="3192" y="6262"/>
                    <a:pt x="1581" y="6414"/>
                    <a:pt x="31" y="6961"/>
                  </a:cubicBezTo>
                  <a:lnTo>
                    <a:pt x="31" y="7113"/>
                  </a:lnTo>
                  <a:cubicBezTo>
                    <a:pt x="1581" y="7630"/>
                    <a:pt x="3162" y="7782"/>
                    <a:pt x="4803" y="7873"/>
                  </a:cubicBezTo>
                  <a:cubicBezTo>
                    <a:pt x="4955" y="7884"/>
                    <a:pt x="5107" y="7890"/>
                    <a:pt x="5259" y="7890"/>
                  </a:cubicBezTo>
                  <a:cubicBezTo>
                    <a:pt x="6713" y="7890"/>
                    <a:pt x="8147" y="7408"/>
                    <a:pt x="9605" y="7326"/>
                  </a:cubicBezTo>
                  <a:lnTo>
                    <a:pt x="9909" y="7326"/>
                  </a:lnTo>
                  <a:cubicBezTo>
                    <a:pt x="9727" y="5198"/>
                    <a:pt x="10396" y="3162"/>
                    <a:pt x="10487" y="1034"/>
                  </a:cubicBezTo>
                  <a:lnTo>
                    <a:pt x="10517" y="183"/>
                  </a:lnTo>
                  <a:cubicBezTo>
                    <a:pt x="9423" y="122"/>
                    <a:pt x="8268" y="0"/>
                    <a:pt x="717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360" bIns="90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887;p35"/>
            <p:cNvSpPr/>
            <p:nvPr/>
          </p:nvSpPr>
          <p:spPr>
            <a:xfrm>
              <a:off x="2055960" y="2994480"/>
              <a:ext cx="170640" cy="3240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7448" h="1430">
                  <a:moveTo>
                    <a:pt x="1" y="0"/>
                  </a:moveTo>
                  <a:lnTo>
                    <a:pt x="517" y="1429"/>
                  </a:lnTo>
                  <a:lnTo>
                    <a:pt x="6900" y="1429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200" bIns="16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888;p35"/>
            <p:cNvSpPr/>
            <p:nvPr/>
          </p:nvSpPr>
          <p:spPr>
            <a:xfrm>
              <a:off x="2085480" y="3027240"/>
              <a:ext cx="110520" cy="312480"/>
            </a:xfrm>
            <a:custGeom>
              <a:avLst/>
              <a:gdLst>
                <a:gd name="textAreaLeft" fmla="*/ 0 w 110520"/>
                <a:gd name="textAreaRight" fmla="*/ 110880 w 110520"/>
                <a:gd name="textAreaTop" fmla="*/ 0 h 312480"/>
                <a:gd name="textAreaBottom" fmla="*/ 312840 h 312480"/>
              </a:gdLst>
              <a:ahLst/>
              <a:cxnLst/>
              <a:rect l="textAreaLeft" t="textAreaTop" r="textAreaRight" b="textAreaBottom"/>
              <a:pathLst>
                <a:path w="4834" h="13618">
                  <a:moveTo>
                    <a:pt x="0" y="0"/>
                  </a:moveTo>
                  <a:lnTo>
                    <a:pt x="0" y="13617"/>
                  </a:lnTo>
                  <a:lnTo>
                    <a:pt x="4833" y="13617"/>
                  </a:lnTo>
                  <a:lnTo>
                    <a:pt x="483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889;p35"/>
            <p:cNvSpPr/>
            <p:nvPr/>
          </p:nvSpPr>
          <p:spPr>
            <a:xfrm>
              <a:off x="1864080" y="3340080"/>
              <a:ext cx="554040" cy="46836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468360"/>
                <a:gd name="textAreaBottom" fmla="*/ 468720 h 468360"/>
              </a:gdLst>
              <a:ahLst/>
              <a:cxnLst/>
              <a:rect l="textAreaLeft" t="textAreaTop" r="textAreaRight" b="textAreaBottom"/>
              <a:pathLst>
                <a:path w="24136" h="20396">
                  <a:moveTo>
                    <a:pt x="9636" y="0"/>
                  </a:moveTo>
                  <a:lnTo>
                    <a:pt x="1" y="20396"/>
                  </a:lnTo>
                  <a:lnTo>
                    <a:pt x="24135" y="20396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890;p35"/>
            <p:cNvSpPr/>
            <p:nvPr/>
          </p:nvSpPr>
          <p:spPr>
            <a:xfrm>
              <a:off x="2085480" y="3021480"/>
              <a:ext cx="110520" cy="11160"/>
            </a:xfrm>
            <a:custGeom>
              <a:avLst/>
              <a:gdLst>
                <a:gd name="textAreaLeft" fmla="*/ 0 w 110520"/>
                <a:gd name="textAreaRight" fmla="*/ 110880 w 11052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4834" h="502">
                  <a:moveTo>
                    <a:pt x="2428" y="0"/>
                  </a:moveTo>
                  <a:cubicBezTo>
                    <a:pt x="1619" y="0"/>
                    <a:pt x="806" y="84"/>
                    <a:pt x="0" y="251"/>
                  </a:cubicBezTo>
                  <a:cubicBezTo>
                    <a:pt x="806" y="418"/>
                    <a:pt x="1619" y="502"/>
                    <a:pt x="2428" y="502"/>
                  </a:cubicBezTo>
                  <a:cubicBezTo>
                    <a:pt x="3237" y="502"/>
                    <a:pt x="4043" y="418"/>
                    <a:pt x="4833" y="251"/>
                  </a:cubicBezTo>
                  <a:cubicBezTo>
                    <a:pt x="4043" y="84"/>
                    <a:pt x="3237" y="0"/>
                    <a:pt x="2428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891;p35"/>
            <p:cNvSpPr/>
            <p:nvPr/>
          </p:nvSpPr>
          <p:spPr>
            <a:xfrm>
              <a:off x="1864080" y="3532680"/>
              <a:ext cx="554040" cy="275400"/>
            </a:xfrm>
            <a:custGeom>
              <a:avLst/>
              <a:gdLst>
                <a:gd name="textAreaLeft" fmla="*/ 0 w 554040"/>
                <a:gd name="textAreaRight" fmla="*/ 554400 w 554040"/>
                <a:gd name="textAreaTop" fmla="*/ 0 h 275400"/>
                <a:gd name="textAreaBottom" fmla="*/ 275760 h 275400"/>
              </a:gdLst>
              <a:ahLst/>
              <a:cxnLst/>
              <a:rect l="textAreaLeft" t="textAreaTop" r="textAreaRight" b="textAreaBottom"/>
              <a:pathLst>
                <a:path w="24136" h="12007">
                  <a:moveTo>
                    <a:pt x="5685" y="0"/>
                  </a:moveTo>
                  <a:lnTo>
                    <a:pt x="1" y="12007"/>
                  </a:lnTo>
                  <a:lnTo>
                    <a:pt x="24135" y="12007"/>
                  </a:lnTo>
                  <a:lnTo>
                    <a:pt x="19606" y="2402"/>
                  </a:lnTo>
                  <a:cubicBezTo>
                    <a:pt x="16415" y="2918"/>
                    <a:pt x="16415" y="4712"/>
                    <a:pt x="14500" y="4712"/>
                  </a:cubicBezTo>
                  <a:cubicBezTo>
                    <a:pt x="12524" y="4712"/>
                    <a:pt x="10974" y="912"/>
                    <a:pt x="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892;p35"/>
            <p:cNvSpPr/>
            <p:nvPr/>
          </p:nvSpPr>
          <p:spPr>
            <a:xfrm>
              <a:off x="2124000" y="3486600"/>
              <a:ext cx="100800" cy="918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4407" h="4012">
                  <a:moveTo>
                    <a:pt x="2547" y="487"/>
                  </a:moveTo>
                  <a:cubicBezTo>
                    <a:pt x="3394" y="487"/>
                    <a:pt x="4275" y="1079"/>
                    <a:pt x="4316" y="2007"/>
                  </a:cubicBezTo>
                  <a:cubicBezTo>
                    <a:pt x="4316" y="2919"/>
                    <a:pt x="3404" y="3527"/>
                    <a:pt x="2553" y="3618"/>
                  </a:cubicBezTo>
                  <a:cubicBezTo>
                    <a:pt x="2492" y="3624"/>
                    <a:pt x="2432" y="3627"/>
                    <a:pt x="2374" y="3627"/>
                  </a:cubicBezTo>
                  <a:cubicBezTo>
                    <a:pt x="955" y="3627"/>
                    <a:pt x="408" y="1906"/>
                    <a:pt x="1459" y="913"/>
                  </a:cubicBezTo>
                  <a:cubicBezTo>
                    <a:pt x="1752" y="620"/>
                    <a:pt x="2146" y="487"/>
                    <a:pt x="2547" y="487"/>
                  </a:cubicBezTo>
                  <a:close/>
                  <a:moveTo>
                    <a:pt x="2602" y="1"/>
                  </a:moveTo>
                  <a:cubicBezTo>
                    <a:pt x="2586" y="1"/>
                    <a:pt x="2569" y="1"/>
                    <a:pt x="2553" y="1"/>
                  </a:cubicBezTo>
                  <a:cubicBezTo>
                    <a:pt x="730" y="1"/>
                    <a:pt x="0" y="2099"/>
                    <a:pt x="1216" y="3345"/>
                  </a:cubicBezTo>
                  <a:cubicBezTo>
                    <a:pt x="1646" y="3806"/>
                    <a:pt x="2146" y="4011"/>
                    <a:pt x="2617" y="4011"/>
                  </a:cubicBezTo>
                  <a:cubicBezTo>
                    <a:pt x="3545" y="4011"/>
                    <a:pt x="4367" y="3217"/>
                    <a:pt x="4347" y="2007"/>
                  </a:cubicBezTo>
                  <a:cubicBezTo>
                    <a:pt x="4407" y="989"/>
                    <a:pt x="3670" y="1"/>
                    <a:pt x="2602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893;p35"/>
            <p:cNvSpPr/>
            <p:nvPr/>
          </p:nvSpPr>
          <p:spPr>
            <a:xfrm>
              <a:off x="2005200" y="3629520"/>
              <a:ext cx="86760" cy="7992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800" h="3500">
                  <a:moveTo>
                    <a:pt x="2279" y="517"/>
                  </a:moveTo>
                  <a:cubicBezTo>
                    <a:pt x="2936" y="517"/>
                    <a:pt x="3709" y="998"/>
                    <a:pt x="3709" y="1795"/>
                  </a:cubicBezTo>
                  <a:cubicBezTo>
                    <a:pt x="3709" y="2585"/>
                    <a:pt x="2888" y="3041"/>
                    <a:pt x="2220" y="3102"/>
                  </a:cubicBezTo>
                  <a:cubicBezTo>
                    <a:pt x="2154" y="3112"/>
                    <a:pt x="2089" y="3117"/>
                    <a:pt x="2025" y="3117"/>
                  </a:cubicBezTo>
                  <a:cubicBezTo>
                    <a:pt x="1314" y="3117"/>
                    <a:pt x="710" y="2520"/>
                    <a:pt x="821" y="1795"/>
                  </a:cubicBezTo>
                  <a:cubicBezTo>
                    <a:pt x="943" y="1096"/>
                    <a:pt x="1490" y="518"/>
                    <a:pt x="2220" y="518"/>
                  </a:cubicBezTo>
                  <a:cubicBezTo>
                    <a:pt x="2239" y="517"/>
                    <a:pt x="2259" y="517"/>
                    <a:pt x="2279" y="517"/>
                  </a:cubicBezTo>
                  <a:close/>
                  <a:moveTo>
                    <a:pt x="2264" y="1"/>
                  </a:moveTo>
                  <a:cubicBezTo>
                    <a:pt x="2249" y="1"/>
                    <a:pt x="2235" y="1"/>
                    <a:pt x="2220" y="1"/>
                  </a:cubicBezTo>
                  <a:cubicBezTo>
                    <a:pt x="609" y="32"/>
                    <a:pt x="1" y="1856"/>
                    <a:pt x="1065" y="2919"/>
                  </a:cubicBezTo>
                  <a:cubicBezTo>
                    <a:pt x="1425" y="3321"/>
                    <a:pt x="1852" y="3499"/>
                    <a:pt x="2257" y="3499"/>
                  </a:cubicBezTo>
                  <a:cubicBezTo>
                    <a:pt x="3049" y="3499"/>
                    <a:pt x="3760" y="2820"/>
                    <a:pt x="3739" y="1795"/>
                  </a:cubicBezTo>
                  <a:cubicBezTo>
                    <a:pt x="3799" y="927"/>
                    <a:pt x="3182" y="1"/>
                    <a:pt x="2264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894;p35"/>
            <p:cNvSpPr/>
            <p:nvPr/>
          </p:nvSpPr>
          <p:spPr>
            <a:xfrm>
              <a:off x="2234160" y="3698640"/>
              <a:ext cx="63720" cy="6084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2796" h="2670">
                  <a:moveTo>
                    <a:pt x="1642" y="490"/>
                  </a:moveTo>
                  <a:cubicBezTo>
                    <a:pt x="2128" y="490"/>
                    <a:pt x="2736" y="794"/>
                    <a:pt x="2736" y="1371"/>
                  </a:cubicBezTo>
                  <a:cubicBezTo>
                    <a:pt x="2736" y="1919"/>
                    <a:pt x="2128" y="2192"/>
                    <a:pt x="1642" y="2283"/>
                  </a:cubicBezTo>
                  <a:cubicBezTo>
                    <a:pt x="1592" y="2291"/>
                    <a:pt x="1542" y="2295"/>
                    <a:pt x="1493" y="2295"/>
                  </a:cubicBezTo>
                  <a:cubicBezTo>
                    <a:pt x="975" y="2295"/>
                    <a:pt x="528" y="1871"/>
                    <a:pt x="639" y="1371"/>
                  </a:cubicBezTo>
                  <a:cubicBezTo>
                    <a:pt x="760" y="855"/>
                    <a:pt x="1125" y="490"/>
                    <a:pt x="1642" y="490"/>
                  </a:cubicBezTo>
                  <a:close/>
                  <a:moveTo>
                    <a:pt x="1730" y="0"/>
                  </a:moveTo>
                  <a:cubicBezTo>
                    <a:pt x="1701" y="0"/>
                    <a:pt x="1672" y="1"/>
                    <a:pt x="1642" y="4"/>
                  </a:cubicBezTo>
                  <a:cubicBezTo>
                    <a:pt x="426" y="34"/>
                    <a:pt x="1" y="1371"/>
                    <a:pt x="791" y="2192"/>
                  </a:cubicBezTo>
                  <a:cubicBezTo>
                    <a:pt x="1089" y="2522"/>
                    <a:pt x="1424" y="2669"/>
                    <a:pt x="1733" y="2669"/>
                  </a:cubicBezTo>
                  <a:cubicBezTo>
                    <a:pt x="2305" y="2669"/>
                    <a:pt x="2786" y="2162"/>
                    <a:pt x="2767" y="1371"/>
                  </a:cubicBezTo>
                  <a:cubicBezTo>
                    <a:pt x="2796" y="700"/>
                    <a:pt x="2432" y="0"/>
                    <a:pt x="173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895;p35"/>
            <p:cNvSpPr/>
            <p:nvPr/>
          </p:nvSpPr>
          <p:spPr>
            <a:xfrm>
              <a:off x="2491920" y="2733840"/>
              <a:ext cx="301320" cy="875880"/>
            </a:xfrm>
            <a:custGeom>
              <a:avLst/>
              <a:gdLst>
                <a:gd name="textAreaLeft" fmla="*/ 0 w 301320"/>
                <a:gd name="textAreaRight" fmla="*/ 301680 w 301320"/>
                <a:gd name="textAreaTop" fmla="*/ 0 h 875880"/>
                <a:gd name="textAreaBottom" fmla="*/ 876240 h 875880"/>
              </a:gdLst>
              <a:ahLst/>
              <a:cxnLst/>
              <a:rect l="textAreaLeft" t="textAreaTop" r="textAreaRight" b="textAreaBottom"/>
              <a:pathLst>
                <a:path w="13132" h="38148">
                  <a:moveTo>
                    <a:pt x="1" y="1"/>
                  </a:moveTo>
                  <a:lnTo>
                    <a:pt x="1" y="38147"/>
                  </a:lnTo>
                  <a:lnTo>
                    <a:pt x="13132" y="38147"/>
                  </a:lnTo>
                  <a:lnTo>
                    <a:pt x="1313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896;p35"/>
            <p:cNvSpPr/>
            <p:nvPr/>
          </p:nvSpPr>
          <p:spPr>
            <a:xfrm>
              <a:off x="2637720" y="2286360"/>
              <a:ext cx="10800" cy="15217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521720"/>
                <a:gd name="textAreaBottom" fmla="*/ 1522080 h 1521720"/>
              </a:gdLst>
              <a:ahLst/>
              <a:cxnLst/>
              <a:rect l="textAreaLeft" t="textAreaTop" r="textAreaRight" b="textAreaBottom"/>
              <a:pathLst>
                <a:path w="487" h="66263">
                  <a:moveTo>
                    <a:pt x="0" y="0"/>
                  </a:moveTo>
                  <a:lnTo>
                    <a:pt x="0" y="66263"/>
                  </a:lnTo>
                  <a:lnTo>
                    <a:pt x="487" y="6626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897;p35"/>
            <p:cNvSpPr/>
            <p:nvPr/>
          </p:nvSpPr>
          <p:spPr>
            <a:xfrm>
              <a:off x="2500920" y="1359000"/>
              <a:ext cx="700200" cy="1378080"/>
            </a:xfrm>
            <a:custGeom>
              <a:avLst/>
              <a:gdLst>
                <a:gd name="textAreaLeft" fmla="*/ 0 w 700200"/>
                <a:gd name="textAreaRight" fmla="*/ 700560 w 700200"/>
                <a:gd name="textAreaTop" fmla="*/ 0 h 1378080"/>
                <a:gd name="textAreaBottom" fmla="*/ 1378440 h 1378080"/>
              </a:gdLst>
              <a:ahLst/>
              <a:cxnLst/>
              <a:rect l="textAreaLeft" t="textAreaTop" r="textAreaRight" b="textAreaBottom"/>
              <a:pathLst>
                <a:path w="30488" h="60001">
                  <a:moveTo>
                    <a:pt x="9279" y="3795"/>
                  </a:moveTo>
                  <a:cubicBezTo>
                    <a:pt x="10815" y="3795"/>
                    <a:pt x="12282" y="5121"/>
                    <a:pt x="11764" y="6778"/>
                  </a:cubicBezTo>
                  <a:cubicBezTo>
                    <a:pt x="11429" y="7831"/>
                    <a:pt x="10359" y="8432"/>
                    <a:pt x="9295" y="8432"/>
                  </a:cubicBezTo>
                  <a:cubicBezTo>
                    <a:pt x="9008" y="8432"/>
                    <a:pt x="8722" y="8388"/>
                    <a:pt x="8451" y="8298"/>
                  </a:cubicBezTo>
                  <a:cubicBezTo>
                    <a:pt x="8299" y="8268"/>
                    <a:pt x="7995" y="8176"/>
                    <a:pt x="7843" y="8116"/>
                  </a:cubicBezTo>
                  <a:cubicBezTo>
                    <a:pt x="7053" y="7873"/>
                    <a:pt x="5442" y="7386"/>
                    <a:pt x="4651" y="7143"/>
                  </a:cubicBezTo>
                  <a:cubicBezTo>
                    <a:pt x="4104" y="6991"/>
                    <a:pt x="3587" y="6839"/>
                    <a:pt x="3131" y="6626"/>
                  </a:cubicBezTo>
                  <a:cubicBezTo>
                    <a:pt x="2871" y="6492"/>
                    <a:pt x="2619" y="6331"/>
                    <a:pt x="2383" y="6150"/>
                  </a:cubicBezTo>
                  <a:lnTo>
                    <a:pt x="2383" y="6150"/>
                  </a:lnTo>
                  <a:cubicBezTo>
                    <a:pt x="2791" y="5818"/>
                    <a:pt x="3252" y="5554"/>
                    <a:pt x="3739" y="5380"/>
                  </a:cubicBezTo>
                  <a:cubicBezTo>
                    <a:pt x="4803" y="5015"/>
                    <a:pt x="7417" y="4225"/>
                    <a:pt x="8481" y="3921"/>
                  </a:cubicBezTo>
                  <a:cubicBezTo>
                    <a:pt x="8743" y="3835"/>
                    <a:pt x="9012" y="3795"/>
                    <a:pt x="9279" y="3795"/>
                  </a:cubicBezTo>
                  <a:close/>
                  <a:moveTo>
                    <a:pt x="9342" y="15717"/>
                  </a:moveTo>
                  <a:cubicBezTo>
                    <a:pt x="9899" y="15717"/>
                    <a:pt x="10446" y="15877"/>
                    <a:pt x="10913" y="16231"/>
                  </a:cubicBezTo>
                  <a:cubicBezTo>
                    <a:pt x="13020" y="17825"/>
                    <a:pt x="11502" y="20402"/>
                    <a:pt x="9325" y="20402"/>
                  </a:cubicBezTo>
                  <a:cubicBezTo>
                    <a:pt x="9052" y="20402"/>
                    <a:pt x="8769" y="20362"/>
                    <a:pt x="8481" y="20274"/>
                  </a:cubicBezTo>
                  <a:cubicBezTo>
                    <a:pt x="7356" y="19909"/>
                    <a:pt x="5624" y="19392"/>
                    <a:pt x="4499" y="19058"/>
                  </a:cubicBezTo>
                  <a:cubicBezTo>
                    <a:pt x="4013" y="18906"/>
                    <a:pt x="3435" y="18693"/>
                    <a:pt x="3010" y="18450"/>
                  </a:cubicBezTo>
                  <a:cubicBezTo>
                    <a:pt x="2774" y="18312"/>
                    <a:pt x="2551" y="18155"/>
                    <a:pt x="2343" y="17982"/>
                  </a:cubicBezTo>
                  <a:lnTo>
                    <a:pt x="2343" y="17982"/>
                  </a:lnTo>
                  <a:cubicBezTo>
                    <a:pt x="3024" y="17467"/>
                    <a:pt x="3844" y="17176"/>
                    <a:pt x="4682" y="16961"/>
                  </a:cubicBezTo>
                  <a:lnTo>
                    <a:pt x="7873" y="16019"/>
                  </a:lnTo>
                  <a:lnTo>
                    <a:pt x="8299" y="15897"/>
                  </a:lnTo>
                  <a:cubicBezTo>
                    <a:pt x="8639" y="15780"/>
                    <a:pt x="8992" y="15717"/>
                    <a:pt x="9342" y="15717"/>
                  </a:cubicBezTo>
                  <a:close/>
                  <a:moveTo>
                    <a:pt x="9230" y="27537"/>
                  </a:moveTo>
                  <a:cubicBezTo>
                    <a:pt x="11006" y="27537"/>
                    <a:pt x="12627" y="29247"/>
                    <a:pt x="11703" y="31095"/>
                  </a:cubicBezTo>
                  <a:cubicBezTo>
                    <a:pt x="11253" y="31969"/>
                    <a:pt x="10249" y="32474"/>
                    <a:pt x="9247" y="32474"/>
                  </a:cubicBezTo>
                  <a:cubicBezTo>
                    <a:pt x="9030" y="32474"/>
                    <a:pt x="8814" y="32450"/>
                    <a:pt x="8603" y="32402"/>
                  </a:cubicBezTo>
                  <a:cubicBezTo>
                    <a:pt x="8329" y="32341"/>
                    <a:pt x="7691" y="32128"/>
                    <a:pt x="7417" y="32037"/>
                  </a:cubicBezTo>
                  <a:lnTo>
                    <a:pt x="5837" y="31551"/>
                  </a:lnTo>
                  <a:cubicBezTo>
                    <a:pt x="4925" y="31247"/>
                    <a:pt x="3557" y="30943"/>
                    <a:pt x="2736" y="30396"/>
                  </a:cubicBezTo>
                  <a:cubicBezTo>
                    <a:pt x="2537" y="30279"/>
                    <a:pt x="2349" y="30147"/>
                    <a:pt x="2172" y="30001"/>
                  </a:cubicBezTo>
                  <a:lnTo>
                    <a:pt x="2172" y="30001"/>
                  </a:lnTo>
                  <a:cubicBezTo>
                    <a:pt x="2509" y="29722"/>
                    <a:pt x="2883" y="29485"/>
                    <a:pt x="3283" y="29301"/>
                  </a:cubicBezTo>
                  <a:cubicBezTo>
                    <a:pt x="3770" y="29089"/>
                    <a:pt x="4317" y="28937"/>
                    <a:pt x="4834" y="28785"/>
                  </a:cubicBezTo>
                  <a:cubicBezTo>
                    <a:pt x="5016" y="28693"/>
                    <a:pt x="8360" y="27721"/>
                    <a:pt x="8420" y="27660"/>
                  </a:cubicBezTo>
                  <a:cubicBezTo>
                    <a:pt x="8688" y="27576"/>
                    <a:pt x="8961" y="27537"/>
                    <a:pt x="9230" y="27537"/>
                  </a:cubicBezTo>
                  <a:close/>
                  <a:moveTo>
                    <a:pt x="9401" y="39643"/>
                  </a:moveTo>
                  <a:cubicBezTo>
                    <a:pt x="9538" y="39643"/>
                    <a:pt x="9677" y="39651"/>
                    <a:pt x="9819" y="39666"/>
                  </a:cubicBezTo>
                  <a:cubicBezTo>
                    <a:pt x="11399" y="39909"/>
                    <a:pt x="12524" y="41733"/>
                    <a:pt x="11551" y="43162"/>
                  </a:cubicBezTo>
                  <a:cubicBezTo>
                    <a:pt x="11027" y="43979"/>
                    <a:pt x="10171" y="44363"/>
                    <a:pt x="9271" y="44363"/>
                  </a:cubicBezTo>
                  <a:cubicBezTo>
                    <a:pt x="8866" y="44363"/>
                    <a:pt x="8452" y="44285"/>
                    <a:pt x="8056" y="44134"/>
                  </a:cubicBezTo>
                  <a:lnTo>
                    <a:pt x="7265" y="43891"/>
                  </a:lnTo>
                  <a:lnTo>
                    <a:pt x="5685" y="43435"/>
                  </a:lnTo>
                  <a:cubicBezTo>
                    <a:pt x="4773" y="43131"/>
                    <a:pt x="3405" y="42858"/>
                    <a:pt x="2584" y="42311"/>
                  </a:cubicBezTo>
                  <a:cubicBezTo>
                    <a:pt x="2464" y="42229"/>
                    <a:pt x="2347" y="42142"/>
                    <a:pt x="2234" y="42050"/>
                  </a:cubicBezTo>
                  <a:lnTo>
                    <a:pt x="2234" y="42050"/>
                  </a:lnTo>
                  <a:cubicBezTo>
                    <a:pt x="2613" y="41730"/>
                    <a:pt x="3042" y="41467"/>
                    <a:pt x="3496" y="41277"/>
                  </a:cubicBezTo>
                  <a:cubicBezTo>
                    <a:pt x="4013" y="41095"/>
                    <a:pt x="4530" y="40943"/>
                    <a:pt x="5077" y="40791"/>
                  </a:cubicBezTo>
                  <a:lnTo>
                    <a:pt x="8268" y="39818"/>
                  </a:lnTo>
                  <a:cubicBezTo>
                    <a:pt x="8629" y="39706"/>
                    <a:pt x="9006" y="39643"/>
                    <a:pt x="9401" y="39643"/>
                  </a:cubicBezTo>
                  <a:close/>
                  <a:moveTo>
                    <a:pt x="9244" y="51491"/>
                  </a:moveTo>
                  <a:cubicBezTo>
                    <a:pt x="10020" y="51491"/>
                    <a:pt x="10802" y="51799"/>
                    <a:pt x="11338" y="52402"/>
                  </a:cubicBezTo>
                  <a:cubicBezTo>
                    <a:pt x="12833" y="54164"/>
                    <a:pt x="11257" y="56301"/>
                    <a:pt x="9286" y="56301"/>
                  </a:cubicBezTo>
                  <a:cubicBezTo>
                    <a:pt x="9013" y="56301"/>
                    <a:pt x="8732" y="56260"/>
                    <a:pt x="8451" y="56171"/>
                  </a:cubicBezTo>
                  <a:cubicBezTo>
                    <a:pt x="6992" y="55715"/>
                    <a:pt x="5290" y="55229"/>
                    <a:pt x="3891" y="54773"/>
                  </a:cubicBezTo>
                  <a:cubicBezTo>
                    <a:pt x="3288" y="54568"/>
                    <a:pt x="2717" y="54247"/>
                    <a:pt x="2228" y="53836"/>
                  </a:cubicBezTo>
                  <a:lnTo>
                    <a:pt x="2228" y="53836"/>
                  </a:lnTo>
                  <a:cubicBezTo>
                    <a:pt x="2648" y="53500"/>
                    <a:pt x="3120" y="53229"/>
                    <a:pt x="3618" y="53040"/>
                  </a:cubicBezTo>
                  <a:cubicBezTo>
                    <a:pt x="4043" y="52888"/>
                    <a:pt x="4773" y="52706"/>
                    <a:pt x="5229" y="52554"/>
                  </a:cubicBezTo>
                  <a:lnTo>
                    <a:pt x="8420" y="51612"/>
                  </a:lnTo>
                  <a:cubicBezTo>
                    <a:pt x="8686" y="51531"/>
                    <a:pt x="8965" y="51491"/>
                    <a:pt x="9244" y="51491"/>
                  </a:cubicBezTo>
                  <a:close/>
                  <a:moveTo>
                    <a:pt x="2980" y="0"/>
                  </a:moveTo>
                  <a:cubicBezTo>
                    <a:pt x="2068" y="0"/>
                    <a:pt x="1186" y="456"/>
                    <a:pt x="700" y="1185"/>
                  </a:cubicBezTo>
                  <a:cubicBezTo>
                    <a:pt x="1" y="2189"/>
                    <a:pt x="122" y="3496"/>
                    <a:pt x="578" y="4559"/>
                  </a:cubicBezTo>
                  <a:cubicBezTo>
                    <a:pt x="839" y="5172"/>
                    <a:pt x="1223" y="5700"/>
                    <a:pt x="1688" y="6143"/>
                  </a:cubicBezTo>
                  <a:lnTo>
                    <a:pt x="1688" y="6143"/>
                  </a:lnTo>
                  <a:cubicBezTo>
                    <a:pt x="734" y="7042"/>
                    <a:pt x="118" y="8261"/>
                    <a:pt x="153" y="9635"/>
                  </a:cubicBezTo>
                  <a:lnTo>
                    <a:pt x="153" y="12979"/>
                  </a:lnTo>
                  <a:cubicBezTo>
                    <a:pt x="213" y="13982"/>
                    <a:pt x="62" y="15411"/>
                    <a:pt x="457" y="16353"/>
                  </a:cubicBezTo>
                  <a:cubicBezTo>
                    <a:pt x="727" y="17063"/>
                    <a:pt x="1169" y="17681"/>
                    <a:pt x="1719" y="18183"/>
                  </a:cubicBezTo>
                  <a:lnTo>
                    <a:pt x="1719" y="18183"/>
                  </a:lnTo>
                  <a:cubicBezTo>
                    <a:pt x="860" y="19018"/>
                    <a:pt x="294" y="20143"/>
                    <a:pt x="274" y="21368"/>
                  </a:cubicBezTo>
                  <a:lnTo>
                    <a:pt x="274" y="26383"/>
                  </a:lnTo>
                  <a:cubicBezTo>
                    <a:pt x="225" y="27768"/>
                    <a:pt x="839" y="29152"/>
                    <a:pt x="1871" y="30095"/>
                  </a:cubicBezTo>
                  <a:lnTo>
                    <a:pt x="1871" y="30095"/>
                  </a:lnTo>
                  <a:cubicBezTo>
                    <a:pt x="1030" y="30882"/>
                    <a:pt x="468" y="31950"/>
                    <a:pt x="365" y="33101"/>
                  </a:cubicBezTo>
                  <a:cubicBezTo>
                    <a:pt x="305" y="33587"/>
                    <a:pt x="365" y="34286"/>
                    <a:pt x="305" y="34773"/>
                  </a:cubicBezTo>
                  <a:lnTo>
                    <a:pt x="305" y="38116"/>
                  </a:lnTo>
                  <a:cubicBezTo>
                    <a:pt x="305" y="38694"/>
                    <a:pt x="305" y="39271"/>
                    <a:pt x="457" y="39788"/>
                  </a:cubicBezTo>
                  <a:cubicBezTo>
                    <a:pt x="685" y="40626"/>
                    <a:pt x="1158" y="41373"/>
                    <a:pt x="1777" y="41970"/>
                  </a:cubicBezTo>
                  <a:lnTo>
                    <a:pt x="1777" y="41970"/>
                  </a:lnTo>
                  <a:cubicBezTo>
                    <a:pt x="962" y="42720"/>
                    <a:pt x="380" y="43727"/>
                    <a:pt x="244" y="44834"/>
                  </a:cubicBezTo>
                  <a:cubicBezTo>
                    <a:pt x="153" y="45381"/>
                    <a:pt x="213" y="46019"/>
                    <a:pt x="213" y="46566"/>
                  </a:cubicBezTo>
                  <a:lnTo>
                    <a:pt x="213" y="48238"/>
                  </a:lnTo>
                  <a:lnTo>
                    <a:pt x="213" y="49910"/>
                  </a:lnTo>
                  <a:cubicBezTo>
                    <a:pt x="213" y="50457"/>
                    <a:pt x="153" y="51034"/>
                    <a:pt x="305" y="51612"/>
                  </a:cubicBezTo>
                  <a:cubicBezTo>
                    <a:pt x="528" y="52572"/>
                    <a:pt x="1070" y="53426"/>
                    <a:pt x="1795" y="54086"/>
                  </a:cubicBezTo>
                  <a:lnTo>
                    <a:pt x="1795" y="54086"/>
                  </a:lnTo>
                  <a:cubicBezTo>
                    <a:pt x="1070" y="54776"/>
                    <a:pt x="558" y="55669"/>
                    <a:pt x="396" y="56657"/>
                  </a:cubicBezTo>
                  <a:cubicBezTo>
                    <a:pt x="274" y="57235"/>
                    <a:pt x="365" y="57752"/>
                    <a:pt x="365" y="58329"/>
                  </a:cubicBezTo>
                  <a:lnTo>
                    <a:pt x="365" y="60001"/>
                  </a:lnTo>
                  <a:lnTo>
                    <a:pt x="426" y="60001"/>
                  </a:lnTo>
                  <a:lnTo>
                    <a:pt x="426" y="59879"/>
                  </a:lnTo>
                  <a:cubicBezTo>
                    <a:pt x="457" y="58876"/>
                    <a:pt x="396" y="57539"/>
                    <a:pt x="517" y="56597"/>
                  </a:cubicBezTo>
                  <a:cubicBezTo>
                    <a:pt x="692" y="55652"/>
                    <a:pt x="1189" y="54809"/>
                    <a:pt x="1869" y="54152"/>
                  </a:cubicBezTo>
                  <a:lnTo>
                    <a:pt x="1869" y="54152"/>
                  </a:lnTo>
                  <a:cubicBezTo>
                    <a:pt x="2414" y="54630"/>
                    <a:pt x="3055" y="55001"/>
                    <a:pt x="3739" y="55229"/>
                  </a:cubicBezTo>
                  <a:cubicBezTo>
                    <a:pt x="4256" y="55411"/>
                    <a:pt x="4803" y="55563"/>
                    <a:pt x="5320" y="55715"/>
                  </a:cubicBezTo>
                  <a:cubicBezTo>
                    <a:pt x="6232" y="55989"/>
                    <a:pt x="7600" y="56445"/>
                    <a:pt x="8512" y="56657"/>
                  </a:cubicBezTo>
                  <a:cubicBezTo>
                    <a:pt x="8755" y="56715"/>
                    <a:pt x="8997" y="56743"/>
                    <a:pt x="9234" y="56743"/>
                  </a:cubicBezTo>
                  <a:cubicBezTo>
                    <a:pt x="11478" y="56743"/>
                    <a:pt x="13253" y="54293"/>
                    <a:pt x="11521" y="52341"/>
                  </a:cubicBezTo>
                  <a:cubicBezTo>
                    <a:pt x="10940" y="51694"/>
                    <a:pt x="10080" y="51358"/>
                    <a:pt x="9231" y="51358"/>
                  </a:cubicBezTo>
                  <a:cubicBezTo>
                    <a:pt x="8925" y="51358"/>
                    <a:pt x="8619" y="51401"/>
                    <a:pt x="8329" y="51490"/>
                  </a:cubicBezTo>
                  <a:lnTo>
                    <a:pt x="5138" y="52493"/>
                  </a:lnTo>
                  <a:cubicBezTo>
                    <a:pt x="4682" y="52645"/>
                    <a:pt x="4013" y="52828"/>
                    <a:pt x="3557" y="52980"/>
                  </a:cubicBezTo>
                  <a:cubicBezTo>
                    <a:pt x="3049" y="53171"/>
                    <a:pt x="2575" y="53441"/>
                    <a:pt x="2155" y="53773"/>
                  </a:cubicBezTo>
                  <a:lnTo>
                    <a:pt x="2155" y="53773"/>
                  </a:lnTo>
                  <a:cubicBezTo>
                    <a:pt x="1450" y="53158"/>
                    <a:pt x="925" y="52350"/>
                    <a:pt x="730" y="51429"/>
                  </a:cubicBezTo>
                  <a:cubicBezTo>
                    <a:pt x="609" y="50882"/>
                    <a:pt x="609" y="50366"/>
                    <a:pt x="609" y="49818"/>
                  </a:cubicBezTo>
                  <a:lnTo>
                    <a:pt x="609" y="46475"/>
                  </a:lnTo>
                  <a:cubicBezTo>
                    <a:pt x="609" y="45897"/>
                    <a:pt x="578" y="45350"/>
                    <a:pt x="669" y="44834"/>
                  </a:cubicBezTo>
                  <a:cubicBezTo>
                    <a:pt x="785" y="43828"/>
                    <a:pt x="1308" y="42908"/>
                    <a:pt x="2048" y="42215"/>
                  </a:cubicBezTo>
                  <a:lnTo>
                    <a:pt x="2048" y="42215"/>
                  </a:lnTo>
                  <a:cubicBezTo>
                    <a:pt x="2609" y="42687"/>
                    <a:pt x="3264" y="43045"/>
                    <a:pt x="3952" y="43253"/>
                  </a:cubicBezTo>
                  <a:lnTo>
                    <a:pt x="5563" y="43739"/>
                  </a:lnTo>
                  <a:lnTo>
                    <a:pt x="7144" y="44226"/>
                  </a:lnTo>
                  <a:cubicBezTo>
                    <a:pt x="7600" y="44347"/>
                    <a:pt x="8299" y="44621"/>
                    <a:pt x="8785" y="44682"/>
                  </a:cubicBezTo>
                  <a:cubicBezTo>
                    <a:pt x="8972" y="44713"/>
                    <a:pt x="9157" y="44729"/>
                    <a:pt x="9337" y="44729"/>
                  </a:cubicBezTo>
                  <a:cubicBezTo>
                    <a:pt x="11729" y="44729"/>
                    <a:pt x="13382" y="42044"/>
                    <a:pt x="11460" y="40122"/>
                  </a:cubicBezTo>
                  <a:cubicBezTo>
                    <a:pt x="10877" y="39560"/>
                    <a:pt x="10078" y="39291"/>
                    <a:pt x="9283" y="39291"/>
                  </a:cubicBezTo>
                  <a:cubicBezTo>
                    <a:pt x="8960" y="39291"/>
                    <a:pt x="8637" y="39335"/>
                    <a:pt x="8329" y="39423"/>
                  </a:cubicBezTo>
                  <a:lnTo>
                    <a:pt x="8147" y="39484"/>
                  </a:lnTo>
                  <a:lnTo>
                    <a:pt x="4955" y="40426"/>
                  </a:lnTo>
                  <a:cubicBezTo>
                    <a:pt x="4408" y="40578"/>
                    <a:pt x="3891" y="40730"/>
                    <a:pt x="3344" y="40973"/>
                  </a:cubicBezTo>
                  <a:cubicBezTo>
                    <a:pt x="2847" y="41174"/>
                    <a:pt x="2377" y="41459"/>
                    <a:pt x="1960" y="41809"/>
                  </a:cubicBezTo>
                  <a:lnTo>
                    <a:pt x="1960" y="41809"/>
                  </a:lnTo>
                  <a:cubicBezTo>
                    <a:pt x="1174" y="41064"/>
                    <a:pt x="645" y="40065"/>
                    <a:pt x="548" y="38967"/>
                  </a:cubicBezTo>
                  <a:cubicBezTo>
                    <a:pt x="517" y="38420"/>
                    <a:pt x="517" y="37022"/>
                    <a:pt x="517" y="36444"/>
                  </a:cubicBezTo>
                  <a:cubicBezTo>
                    <a:pt x="517" y="35502"/>
                    <a:pt x="457" y="34043"/>
                    <a:pt x="517" y="33101"/>
                  </a:cubicBezTo>
                  <a:cubicBezTo>
                    <a:pt x="580" y="31981"/>
                    <a:pt x="1137" y="30947"/>
                    <a:pt x="1967" y="30180"/>
                  </a:cubicBezTo>
                  <a:lnTo>
                    <a:pt x="1967" y="30180"/>
                  </a:lnTo>
                  <a:cubicBezTo>
                    <a:pt x="2177" y="30362"/>
                    <a:pt x="2404" y="30527"/>
                    <a:pt x="2645" y="30669"/>
                  </a:cubicBezTo>
                  <a:cubicBezTo>
                    <a:pt x="3131" y="30973"/>
                    <a:pt x="3648" y="31156"/>
                    <a:pt x="4195" y="31307"/>
                  </a:cubicBezTo>
                  <a:cubicBezTo>
                    <a:pt x="4986" y="31551"/>
                    <a:pt x="6597" y="32037"/>
                    <a:pt x="7387" y="32280"/>
                  </a:cubicBezTo>
                  <a:cubicBezTo>
                    <a:pt x="7873" y="32371"/>
                    <a:pt x="8512" y="32645"/>
                    <a:pt x="9028" y="32675"/>
                  </a:cubicBezTo>
                  <a:cubicBezTo>
                    <a:pt x="9139" y="32687"/>
                    <a:pt x="9249" y="32693"/>
                    <a:pt x="9357" y="32693"/>
                  </a:cubicBezTo>
                  <a:cubicBezTo>
                    <a:pt x="11783" y="32693"/>
                    <a:pt x="13283" y="29832"/>
                    <a:pt x="11217" y="28086"/>
                  </a:cubicBezTo>
                  <a:cubicBezTo>
                    <a:pt x="10676" y="27649"/>
                    <a:pt x="10007" y="27425"/>
                    <a:pt x="9336" y="27425"/>
                  </a:cubicBezTo>
                  <a:cubicBezTo>
                    <a:pt x="9027" y="27425"/>
                    <a:pt x="8718" y="27473"/>
                    <a:pt x="8420" y="27569"/>
                  </a:cubicBezTo>
                  <a:cubicBezTo>
                    <a:pt x="8360" y="27569"/>
                    <a:pt x="4986" y="28572"/>
                    <a:pt x="4834" y="28663"/>
                  </a:cubicBezTo>
                  <a:cubicBezTo>
                    <a:pt x="4317" y="28815"/>
                    <a:pt x="3770" y="28967"/>
                    <a:pt x="3253" y="29180"/>
                  </a:cubicBezTo>
                  <a:cubicBezTo>
                    <a:pt x="2824" y="29369"/>
                    <a:pt x="2427" y="29619"/>
                    <a:pt x="2073" y="29917"/>
                  </a:cubicBezTo>
                  <a:lnTo>
                    <a:pt x="2073" y="29917"/>
                  </a:lnTo>
                  <a:cubicBezTo>
                    <a:pt x="1068" y="29038"/>
                    <a:pt x="472" y="27716"/>
                    <a:pt x="548" y="26353"/>
                  </a:cubicBezTo>
                  <a:lnTo>
                    <a:pt x="548" y="24681"/>
                  </a:lnTo>
                  <a:cubicBezTo>
                    <a:pt x="548" y="23557"/>
                    <a:pt x="548" y="22432"/>
                    <a:pt x="578" y="21338"/>
                  </a:cubicBezTo>
                  <a:cubicBezTo>
                    <a:pt x="609" y="20274"/>
                    <a:pt x="1065" y="19210"/>
                    <a:pt x="1824" y="18450"/>
                  </a:cubicBezTo>
                  <a:cubicBezTo>
                    <a:pt x="1855" y="18418"/>
                    <a:pt x="1885" y="18386"/>
                    <a:pt x="1916" y="18355"/>
                  </a:cubicBezTo>
                  <a:lnTo>
                    <a:pt x="1916" y="18355"/>
                  </a:lnTo>
                  <a:cubicBezTo>
                    <a:pt x="2503" y="18841"/>
                    <a:pt x="3195" y="19205"/>
                    <a:pt x="3922" y="19423"/>
                  </a:cubicBezTo>
                  <a:cubicBezTo>
                    <a:pt x="5259" y="19818"/>
                    <a:pt x="6992" y="20335"/>
                    <a:pt x="8329" y="20760"/>
                  </a:cubicBezTo>
                  <a:cubicBezTo>
                    <a:pt x="8635" y="20858"/>
                    <a:pt x="8949" y="20904"/>
                    <a:pt x="9259" y="20904"/>
                  </a:cubicBezTo>
                  <a:cubicBezTo>
                    <a:pt x="11078" y="20904"/>
                    <a:pt x="12791" y="19333"/>
                    <a:pt x="12220" y="17386"/>
                  </a:cubicBezTo>
                  <a:cubicBezTo>
                    <a:pt x="11821" y="16121"/>
                    <a:pt x="10537" y="15397"/>
                    <a:pt x="9273" y="15397"/>
                  </a:cubicBezTo>
                  <a:cubicBezTo>
                    <a:pt x="8898" y="15397"/>
                    <a:pt x="8525" y="15461"/>
                    <a:pt x="8177" y="15593"/>
                  </a:cubicBezTo>
                  <a:cubicBezTo>
                    <a:pt x="7083" y="15958"/>
                    <a:pt x="4469" y="16687"/>
                    <a:pt x="3405" y="17082"/>
                  </a:cubicBezTo>
                  <a:cubicBezTo>
                    <a:pt x="2956" y="17264"/>
                    <a:pt x="2531" y="17511"/>
                    <a:pt x="2147" y="17810"/>
                  </a:cubicBezTo>
                  <a:lnTo>
                    <a:pt x="2147" y="17810"/>
                  </a:lnTo>
                  <a:cubicBezTo>
                    <a:pt x="1239" y="16970"/>
                    <a:pt x="676" y="15811"/>
                    <a:pt x="700" y="14560"/>
                  </a:cubicBezTo>
                  <a:lnTo>
                    <a:pt x="700" y="12888"/>
                  </a:lnTo>
                  <a:lnTo>
                    <a:pt x="700" y="9544"/>
                  </a:lnTo>
                  <a:cubicBezTo>
                    <a:pt x="681" y="8375"/>
                    <a:pt x="1218" y="7266"/>
                    <a:pt x="2044" y="6454"/>
                  </a:cubicBezTo>
                  <a:lnTo>
                    <a:pt x="2044" y="6454"/>
                  </a:lnTo>
                  <a:cubicBezTo>
                    <a:pt x="2766" y="7030"/>
                    <a:pt x="3635" y="7432"/>
                    <a:pt x="4530" y="7660"/>
                  </a:cubicBezTo>
                  <a:cubicBezTo>
                    <a:pt x="5320" y="7873"/>
                    <a:pt x="6931" y="8359"/>
                    <a:pt x="7721" y="8632"/>
                  </a:cubicBezTo>
                  <a:lnTo>
                    <a:pt x="8116" y="8754"/>
                  </a:lnTo>
                  <a:cubicBezTo>
                    <a:pt x="8499" y="8885"/>
                    <a:pt x="8910" y="8956"/>
                    <a:pt x="9319" y="8956"/>
                  </a:cubicBezTo>
                  <a:cubicBezTo>
                    <a:pt x="9951" y="8956"/>
                    <a:pt x="10579" y="8788"/>
                    <a:pt x="11095" y="8420"/>
                  </a:cubicBezTo>
                  <a:cubicBezTo>
                    <a:pt x="13162" y="6991"/>
                    <a:pt x="12463" y="4073"/>
                    <a:pt x="10122" y="3496"/>
                  </a:cubicBezTo>
                  <a:cubicBezTo>
                    <a:pt x="9858" y="3426"/>
                    <a:pt x="9581" y="3388"/>
                    <a:pt x="9302" y="3388"/>
                  </a:cubicBezTo>
                  <a:cubicBezTo>
                    <a:pt x="8973" y="3388"/>
                    <a:pt x="8642" y="3441"/>
                    <a:pt x="8329" y="3556"/>
                  </a:cubicBezTo>
                  <a:lnTo>
                    <a:pt x="7539" y="3769"/>
                  </a:lnTo>
                  <a:lnTo>
                    <a:pt x="4347" y="4711"/>
                  </a:lnTo>
                  <a:cubicBezTo>
                    <a:pt x="3503" y="4914"/>
                    <a:pt x="2700" y="5309"/>
                    <a:pt x="2027" y="5849"/>
                  </a:cubicBezTo>
                  <a:lnTo>
                    <a:pt x="2027" y="5849"/>
                  </a:lnTo>
                  <a:cubicBezTo>
                    <a:pt x="1573" y="5426"/>
                    <a:pt x="1202" y="4922"/>
                    <a:pt x="973" y="4377"/>
                  </a:cubicBezTo>
                  <a:cubicBezTo>
                    <a:pt x="274" y="2888"/>
                    <a:pt x="548" y="1034"/>
                    <a:pt x="2220" y="456"/>
                  </a:cubicBezTo>
                  <a:cubicBezTo>
                    <a:pt x="2432" y="365"/>
                    <a:pt x="2714" y="342"/>
                    <a:pt x="2999" y="342"/>
                  </a:cubicBezTo>
                  <a:cubicBezTo>
                    <a:pt x="3283" y="342"/>
                    <a:pt x="3572" y="365"/>
                    <a:pt x="3800" y="365"/>
                  </a:cubicBezTo>
                  <a:cubicBezTo>
                    <a:pt x="10426" y="274"/>
                    <a:pt x="23953" y="365"/>
                    <a:pt x="30488" y="152"/>
                  </a:cubicBezTo>
                  <a:cubicBezTo>
                    <a:pt x="23831" y="122"/>
                    <a:pt x="10457" y="0"/>
                    <a:pt x="38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9BA1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898;p35"/>
            <p:cNvSpPr/>
            <p:nvPr/>
          </p:nvSpPr>
          <p:spPr>
            <a:xfrm>
              <a:off x="2865240" y="2967120"/>
              <a:ext cx="155520" cy="840960"/>
            </a:xfrm>
            <a:custGeom>
              <a:avLst/>
              <a:gdLst>
                <a:gd name="textAreaLeft" fmla="*/ 0 w 155520"/>
                <a:gd name="textAreaRight" fmla="*/ 155880 w 15552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779" h="36627">
                  <a:moveTo>
                    <a:pt x="0" y="0"/>
                  </a:moveTo>
                  <a:lnTo>
                    <a:pt x="0" y="486"/>
                  </a:lnTo>
                  <a:lnTo>
                    <a:pt x="6292" y="486"/>
                  </a:lnTo>
                  <a:lnTo>
                    <a:pt x="6292" y="36627"/>
                  </a:lnTo>
                  <a:lnTo>
                    <a:pt x="6779" y="36627"/>
                  </a:lnTo>
                  <a:lnTo>
                    <a:pt x="677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899;p35"/>
            <p:cNvSpPr/>
            <p:nvPr/>
          </p:nvSpPr>
          <p:spPr>
            <a:xfrm>
              <a:off x="2463840" y="2879640"/>
              <a:ext cx="420840" cy="181080"/>
            </a:xfrm>
            <a:custGeom>
              <a:avLst/>
              <a:gdLst>
                <a:gd name="textAreaLeft" fmla="*/ 0 w 420840"/>
                <a:gd name="textAreaRight" fmla="*/ 421200 w 42084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18330" h="7905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3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73" y="1911"/>
                    <a:pt x="8946" y="2008"/>
                    <a:pt x="11223" y="2008"/>
                  </a:cubicBezTo>
                  <a:cubicBezTo>
                    <a:pt x="13070" y="2008"/>
                    <a:pt x="14920" y="1944"/>
                    <a:pt x="16770" y="1839"/>
                  </a:cubicBezTo>
                  <a:lnTo>
                    <a:pt x="16770" y="1839"/>
                  </a:lnTo>
                  <a:cubicBezTo>
                    <a:pt x="16783" y="2055"/>
                    <a:pt x="16796" y="2272"/>
                    <a:pt x="16810" y="2494"/>
                  </a:cubicBezTo>
                  <a:cubicBezTo>
                    <a:pt x="16951" y="3856"/>
                    <a:pt x="17146" y="5351"/>
                    <a:pt x="17196" y="6730"/>
                  </a:cubicBezTo>
                  <a:lnTo>
                    <a:pt x="17196" y="6730"/>
                  </a:lnTo>
                  <a:cubicBezTo>
                    <a:pt x="16936" y="6738"/>
                    <a:pt x="16675" y="6742"/>
                    <a:pt x="16414" y="6742"/>
                  </a:cubicBezTo>
                  <a:cubicBezTo>
                    <a:pt x="15320" y="6742"/>
                    <a:pt x="14226" y="6673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76"/>
                    <a:pt x="1490" y="6597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2"/>
                    <a:pt x="5806" y="7904"/>
                    <a:pt x="8724" y="7904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7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720" bIns="90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900;p35"/>
            <p:cNvSpPr/>
            <p:nvPr/>
          </p:nvSpPr>
          <p:spPr>
            <a:xfrm>
              <a:off x="2865240" y="3367800"/>
              <a:ext cx="150480" cy="1080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10800"/>
                <a:gd name="textAreaBottom" fmla="*/ 11160 h 10800"/>
              </a:gdLst>
              <a:ahLst/>
              <a:cxnLst/>
              <a:rect l="textAreaLeft" t="textAreaTop" r="textAreaRight" b="textAreaBottom"/>
              <a:pathLst>
                <a:path w="6566" h="487">
                  <a:moveTo>
                    <a:pt x="0" y="0"/>
                  </a:moveTo>
                  <a:lnTo>
                    <a:pt x="0" y="486"/>
                  </a:lnTo>
                  <a:lnTo>
                    <a:pt x="6566" y="486"/>
                  </a:lnTo>
                  <a:lnTo>
                    <a:pt x="656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" bIns="5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901;p35"/>
            <p:cNvSpPr/>
            <p:nvPr/>
          </p:nvSpPr>
          <p:spPr>
            <a:xfrm>
              <a:off x="2463840" y="3280680"/>
              <a:ext cx="420840" cy="181080"/>
            </a:xfrm>
            <a:custGeom>
              <a:avLst/>
              <a:gdLst>
                <a:gd name="textAreaLeft" fmla="*/ 0 w 420840"/>
                <a:gd name="textAreaRight" fmla="*/ 421200 w 420840"/>
                <a:gd name="textAreaTop" fmla="*/ 0 h 181080"/>
                <a:gd name="textAreaBottom" fmla="*/ 181440 h 181080"/>
              </a:gdLst>
              <a:ahLst/>
              <a:cxnLst/>
              <a:rect l="textAreaLeft" t="textAreaTop" r="textAreaRight" b="textAreaBottom"/>
              <a:pathLst>
                <a:path w="18330" h="7905">
                  <a:moveTo>
                    <a:pt x="11126" y="1"/>
                  </a:moveTo>
                  <a:cubicBezTo>
                    <a:pt x="8873" y="1"/>
                    <a:pt x="6629" y="110"/>
                    <a:pt x="4408" y="336"/>
                  </a:cubicBezTo>
                  <a:cubicBezTo>
                    <a:pt x="2949" y="488"/>
                    <a:pt x="1490" y="640"/>
                    <a:pt x="31" y="914"/>
                  </a:cubicBezTo>
                  <a:lnTo>
                    <a:pt x="31" y="1096"/>
                  </a:lnTo>
                  <a:cubicBezTo>
                    <a:pt x="1490" y="1369"/>
                    <a:pt x="2949" y="1552"/>
                    <a:pt x="4408" y="1673"/>
                  </a:cubicBezTo>
                  <a:cubicBezTo>
                    <a:pt x="6629" y="1906"/>
                    <a:pt x="8858" y="1997"/>
                    <a:pt x="11090" y="1997"/>
                  </a:cubicBezTo>
                  <a:cubicBezTo>
                    <a:pt x="12982" y="1997"/>
                    <a:pt x="14876" y="1932"/>
                    <a:pt x="16770" y="1835"/>
                  </a:cubicBezTo>
                  <a:lnTo>
                    <a:pt x="16770" y="1835"/>
                  </a:lnTo>
                  <a:cubicBezTo>
                    <a:pt x="16783" y="2052"/>
                    <a:pt x="16796" y="2270"/>
                    <a:pt x="16810" y="2494"/>
                  </a:cubicBezTo>
                  <a:cubicBezTo>
                    <a:pt x="16951" y="3856"/>
                    <a:pt x="17146" y="5324"/>
                    <a:pt x="17196" y="6725"/>
                  </a:cubicBezTo>
                  <a:lnTo>
                    <a:pt x="17196" y="6725"/>
                  </a:lnTo>
                  <a:cubicBezTo>
                    <a:pt x="16986" y="6728"/>
                    <a:pt x="16776" y="6729"/>
                    <a:pt x="16567" y="6729"/>
                  </a:cubicBezTo>
                  <a:cubicBezTo>
                    <a:pt x="15422" y="6729"/>
                    <a:pt x="14277" y="6680"/>
                    <a:pt x="13132" y="6537"/>
                  </a:cubicBezTo>
                  <a:cubicBezTo>
                    <a:pt x="11466" y="6291"/>
                    <a:pt x="9790" y="6177"/>
                    <a:pt x="8110" y="6177"/>
                  </a:cubicBezTo>
                  <a:cubicBezTo>
                    <a:pt x="6878" y="6177"/>
                    <a:pt x="5643" y="6239"/>
                    <a:pt x="4408" y="6354"/>
                  </a:cubicBezTo>
                  <a:cubicBezTo>
                    <a:pt x="2949" y="6446"/>
                    <a:pt x="1490" y="6598"/>
                    <a:pt x="31" y="6962"/>
                  </a:cubicBezTo>
                  <a:lnTo>
                    <a:pt x="31" y="7145"/>
                  </a:lnTo>
                  <a:lnTo>
                    <a:pt x="1" y="7145"/>
                  </a:lnTo>
                  <a:cubicBezTo>
                    <a:pt x="2888" y="7753"/>
                    <a:pt x="5806" y="7905"/>
                    <a:pt x="8724" y="7905"/>
                  </a:cubicBezTo>
                  <a:cubicBezTo>
                    <a:pt x="11357" y="7877"/>
                    <a:pt x="13965" y="7305"/>
                    <a:pt x="16615" y="7305"/>
                  </a:cubicBezTo>
                  <a:cubicBezTo>
                    <a:pt x="16902" y="7305"/>
                    <a:pt x="17190" y="7312"/>
                    <a:pt x="17478" y="7327"/>
                  </a:cubicBezTo>
                  <a:lnTo>
                    <a:pt x="17782" y="7327"/>
                  </a:lnTo>
                  <a:cubicBezTo>
                    <a:pt x="17813" y="5777"/>
                    <a:pt x="17995" y="4075"/>
                    <a:pt x="18147" y="2494"/>
                  </a:cubicBezTo>
                  <a:cubicBezTo>
                    <a:pt x="18238" y="1795"/>
                    <a:pt x="18269" y="974"/>
                    <a:pt x="18329" y="245"/>
                  </a:cubicBezTo>
                  <a:cubicBezTo>
                    <a:pt x="17357" y="184"/>
                    <a:pt x="16293" y="154"/>
                    <a:pt x="15290" y="123"/>
                  </a:cubicBezTo>
                  <a:cubicBezTo>
                    <a:pt x="13901" y="42"/>
                    <a:pt x="12512" y="1"/>
                    <a:pt x="11126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720" bIns="90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902;p35"/>
            <p:cNvSpPr/>
            <p:nvPr/>
          </p:nvSpPr>
          <p:spPr>
            <a:xfrm>
              <a:off x="3267000" y="2922480"/>
              <a:ext cx="110160" cy="3816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804" h="1673">
                  <a:moveTo>
                    <a:pt x="1" y="1"/>
                  </a:moveTo>
                  <a:lnTo>
                    <a:pt x="518" y="1673"/>
                  </a:lnTo>
                  <a:lnTo>
                    <a:pt x="4317" y="1673"/>
                  </a:lnTo>
                  <a:lnTo>
                    <a:pt x="480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903;p35"/>
            <p:cNvSpPr/>
            <p:nvPr/>
          </p:nvSpPr>
          <p:spPr>
            <a:xfrm>
              <a:off x="3278880" y="2961360"/>
              <a:ext cx="86760" cy="58464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584640"/>
                <a:gd name="textAreaBottom" fmla="*/ 585000 h 584640"/>
              </a:gdLst>
              <a:ahLst/>
              <a:cxnLst/>
              <a:rect l="textAreaLeft" t="textAreaTop" r="textAreaRight" b="textAreaBottom"/>
              <a:pathLst>
                <a:path w="3800" h="25473">
                  <a:moveTo>
                    <a:pt x="1" y="1"/>
                  </a:moveTo>
                  <a:lnTo>
                    <a:pt x="1" y="25472"/>
                  </a:lnTo>
                  <a:lnTo>
                    <a:pt x="3800" y="25472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904;p35"/>
            <p:cNvSpPr/>
            <p:nvPr/>
          </p:nvSpPr>
          <p:spPr>
            <a:xfrm>
              <a:off x="3025440" y="3283920"/>
              <a:ext cx="594000" cy="523080"/>
            </a:xfrm>
            <a:custGeom>
              <a:avLst/>
              <a:gdLst>
                <a:gd name="textAreaLeft" fmla="*/ 0 w 594000"/>
                <a:gd name="textAreaRight" fmla="*/ 594360 w 594000"/>
                <a:gd name="textAreaTop" fmla="*/ 0 h 523080"/>
                <a:gd name="textAreaBottom" fmla="*/ 523440 h 523080"/>
              </a:gdLst>
              <a:ahLst/>
              <a:cxnLst/>
              <a:rect l="textAreaLeft" t="textAreaTop" r="textAreaRight" b="textAreaBottom"/>
              <a:pathLst>
                <a:path w="25868" h="22788">
                  <a:moveTo>
                    <a:pt x="12930" y="1"/>
                  </a:moveTo>
                  <a:cubicBezTo>
                    <a:pt x="8440" y="1"/>
                    <a:pt x="4188" y="2670"/>
                    <a:pt x="2372" y="7062"/>
                  </a:cubicBezTo>
                  <a:cubicBezTo>
                    <a:pt x="1" y="12898"/>
                    <a:pt x="2767" y="19555"/>
                    <a:pt x="8603" y="21926"/>
                  </a:cubicBezTo>
                  <a:cubicBezTo>
                    <a:pt x="10024" y="22511"/>
                    <a:pt x="11493" y="22787"/>
                    <a:pt x="12938" y="22787"/>
                  </a:cubicBezTo>
                  <a:cubicBezTo>
                    <a:pt x="17426" y="22787"/>
                    <a:pt x="21673" y="20117"/>
                    <a:pt x="23466" y="15725"/>
                  </a:cubicBezTo>
                  <a:cubicBezTo>
                    <a:pt x="25868" y="9889"/>
                    <a:pt x="23071" y="3233"/>
                    <a:pt x="17266" y="862"/>
                  </a:cubicBezTo>
                  <a:cubicBezTo>
                    <a:pt x="15845" y="277"/>
                    <a:pt x="14375" y="1"/>
                    <a:pt x="129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905;p35"/>
            <p:cNvSpPr/>
            <p:nvPr/>
          </p:nvSpPr>
          <p:spPr>
            <a:xfrm>
              <a:off x="3061080" y="3518640"/>
              <a:ext cx="523440" cy="288720"/>
            </a:xfrm>
            <a:custGeom>
              <a:avLst/>
              <a:gdLst>
                <a:gd name="textAreaLeft" fmla="*/ 0 w 523440"/>
                <a:gd name="textAreaRight" fmla="*/ 523800 w 523440"/>
                <a:gd name="textAreaTop" fmla="*/ 0 h 288720"/>
                <a:gd name="textAreaBottom" fmla="*/ 289080 h 288720"/>
              </a:gdLst>
              <a:ahLst/>
              <a:cxnLst/>
              <a:rect l="textAreaLeft" t="textAreaTop" r="textAreaRight" b="textAreaBottom"/>
              <a:pathLst>
                <a:path w="22797" h="12585">
                  <a:moveTo>
                    <a:pt x="16627" y="1"/>
                  </a:moveTo>
                  <a:cubicBezTo>
                    <a:pt x="11125" y="1"/>
                    <a:pt x="9757" y="3192"/>
                    <a:pt x="6748" y="3192"/>
                  </a:cubicBezTo>
                  <a:cubicBezTo>
                    <a:pt x="6711" y="3192"/>
                    <a:pt x="6674" y="3193"/>
                    <a:pt x="6638" y="3193"/>
                  </a:cubicBezTo>
                  <a:cubicBezTo>
                    <a:pt x="3878" y="3193"/>
                    <a:pt x="3360" y="2064"/>
                    <a:pt x="0" y="1824"/>
                  </a:cubicBezTo>
                  <a:lnTo>
                    <a:pt x="0" y="1824"/>
                  </a:lnTo>
                  <a:cubicBezTo>
                    <a:pt x="334" y="7812"/>
                    <a:pt x="5319" y="12584"/>
                    <a:pt x="11398" y="12584"/>
                  </a:cubicBezTo>
                  <a:cubicBezTo>
                    <a:pt x="17508" y="12584"/>
                    <a:pt x="22493" y="7751"/>
                    <a:pt x="22797" y="1703"/>
                  </a:cubicBezTo>
                  <a:cubicBezTo>
                    <a:pt x="21642" y="912"/>
                    <a:pt x="19666" y="1"/>
                    <a:pt x="16627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906;p35"/>
            <p:cNvSpPr/>
            <p:nvPr/>
          </p:nvSpPr>
          <p:spPr>
            <a:xfrm>
              <a:off x="3376800" y="3541320"/>
              <a:ext cx="117000" cy="11484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14840"/>
                <a:gd name="textAreaBottom" fmla="*/ 115200 h 114840"/>
              </a:gdLst>
              <a:ahLst/>
              <a:cxnLst/>
              <a:rect l="textAreaLeft" t="textAreaTop" r="textAreaRight" b="textAreaBottom"/>
              <a:pathLst>
                <a:path w="5115" h="5021">
                  <a:moveTo>
                    <a:pt x="2333" y="535"/>
                  </a:moveTo>
                  <a:cubicBezTo>
                    <a:pt x="2855" y="535"/>
                    <a:pt x="3371" y="712"/>
                    <a:pt x="3760" y="1111"/>
                  </a:cubicBezTo>
                  <a:cubicBezTo>
                    <a:pt x="5115" y="2407"/>
                    <a:pt x="4387" y="4644"/>
                    <a:pt x="2488" y="4644"/>
                  </a:cubicBezTo>
                  <a:cubicBezTo>
                    <a:pt x="2427" y="4644"/>
                    <a:pt x="2364" y="4641"/>
                    <a:pt x="2301" y="4637"/>
                  </a:cubicBezTo>
                  <a:cubicBezTo>
                    <a:pt x="1268" y="4546"/>
                    <a:pt x="82" y="3755"/>
                    <a:pt x="82" y="2539"/>
                  </a:cubicBezTo>
                  <a:cubicBezTo>
                    <a:pt x="82" y="1340"/>
                    <a:pt x="1222" y="535"/>
                    <a:pt x="2333" y="535"/>
                  </a:cubicBezTo>
                  <a:close/>
                  <a:moveTo>
                    <a:pt x="2400" y="1"/>
                  </a:moveTo>
                  <a:cubicBezTo>
                    <a:pt x="1159" y="1"/>
                    <a:pt x="1" y="1032"/>
                    <a:pt x="21" y="2539"/>
                  </a:cubicBezTo>
                  <a:cubicBezTo>
                    <a:pt x="1" y="4036"/>
                    <a:pt x="1070" y="5021"/>
                    <a:pt x="2245" y="5021"/>
                  </a:cubicBezTo>
                  <a:cubicBezTo>
                    <a:pt x="2836" y="5021"/>
                    <a:pt x="3454" y="4771"/>
                    <a:pt x="3973" y="4211"/>
                  </a:cubicBezTo>
                  <a:cubicBezTo>
                    <a:pt x="4885" y="3299"/>
                    <a:pt x="5037" y="1719"/>
                    <a:pt x="4094" y="746"/>
                  </a:cubicBezTo>
                  <a:cubicBezTo>
                    <a:pt x="3588" y="230"/>
                    <a:pt x="2985" y="1"/>
                    <a:pt x="240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0" bIns="57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907;p35"/>
            <p:cNvSpPr/>
            <p:nvPr/>
          </p:nvSpPr>
          <p:spPr>
            <a:xfrm>
              <a:off x="3278880" y="2954880"/>
              <a:ext cx="86760" cy="1116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3800" h="503">
                  <a:moveTo>
                    <a:pt x="1900" y="1"/>
                  </a:moveTo>
                  <a:cubicBezTo>
                    <a:pt x="1262" y="1"/>
                    <a:pt x="624" y="84"/>
                    <a:pt x="1" y="252"/>
                  </a:cubicBezTo>
                  <a:cubicBezTo>
                    <a:pt x="608" y="419"/>
                    <a:pt x="1247" y="502"/>
                    <a:pt x="1889" y="502"/>
                  </a:cubicBezTo>
                  <a:cubicBezTo>
                    <a:pt x="2531" y="502"/>
                    <a:pt x="3177" y="419"/>
                    <a:pt x="3800" y="252"/>
                  </a:cubicBezTo>
                  <a:cubicBezTo>
                    <a:pt x="3177" y="84"/>
                    <a:pt x="2539" y="1"/>
                    <a:pt x="1900" y="1"/>
                  </a:cubicBezTo>
                  <a:close/>
                </a:path>
              </a:pathLst>
            </a:custGeom>
            <a:solidFill>
              <a:srgbClr val="1B2F3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908;p35"/>
            <p:cNvSpPr/>
            <p:nvPr/>
          </p:nvSpPr>
          <p:spPr>
            <a:xfrm>
              <a:off x="3232800" y="3679920"/>
              <a:ext cx="80640" cy="7560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600"/>
                <a:gd name="textAreaBottom" fmla="*/ 75960 h 75600"/>
              </a:gdLst>
              <a:ahLst/>
              <a:cxnLst/>
              <a:rect l="textAreaLeft" t="textAreaTop" r="textAreaRight" b="textAreaBottom"/>
              <a:pathLst>
                <a:path w="3527" h="3306">
                  <a:moveTo>
                    <a:pt x="1490" y="518"/>
                  </a:moveTo>
                  <a:cubicBezTo>
                    <a:pt x="2128" y="518"/>
                    <a:pt x="2706" y="1034"/>
                    <a:pt x="2766" y="1673"/>
                  </a:cubicBezTo>
                  <a:cubicBezTo>
                    <a:pt x="2877" y="2364"/>
                    <a:pt x="2308" y="2905"/>
                    <a:pt x="1678" y="2905"/>
                  </a:cubicBezTo>
                  <a:cubicBezTo>
                    <a:pt x="1616" y="2905"/>
                    <a:pt x="1553" y="2899"/>
                    <a:pt x="1490" y="2889"/>
                  </a:cubicBezTo>
                  <a:cubicBezTo>
                    <a:pt x="851" y="2828"/>
                    <a:pt x="92" y="2433"/>
                    <a:pt x="92" y="1673"/>
                  </a:cubicBezTo>
                  <a:cubicBezTo>
                    <a:pt x="92" y="974"/>
                    <a:pt x="851" y="518"/>
                    <a:pt x="1490" y="518"/>
                  </a:cubicBezTo>
                  <a:close/>
                  <a:moveTo>
                    <a:pt x="1490" y="1"/>
                  </a:moveTo>
                  <a:cubicBezTo>
                    <a:pt x="578" y="1"/>
                    <a:pt x="0" y="882"/>
                    <a:pt x="31" y="1673"/>
                  </a:cubicBezTo>
                  <a:cubicBezTo>
                    <a:pt x="11" y="2654"/>
                    <a:pt x="664" y="3305"/>
                    <a:pt x="1407" y="3305"/>
                  </a:cubicBezTo>
                  <a:cubicBezTo>
                    <a:pt x="1792" y="3305"/>
                    <a:pt x="2201" y="3131"/>
                    <a:pt x="2554" y="2737"/>
                  </a:cubicBezTo>
                  <a:cubicBezTo>
                    <a:pt x="3526" y="1733"/>
                    <a:pt x="2949" y="1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800" bIns="37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3" name="Google Shape;1909;p35"/>
          <p:cNvGrpSpPr/>
          <p:nvPr/>
        </p:nvGrpSpPr>
        <p:grpSpPr>
          <a:xfrm>
            <a:off x="1158840" y="1344600"/>
            <a:ext cx="732240" cy="622800"/>
            <a:chOff x="1158840" y="1344600"/>
            <a:chExt cx="732240" cy="622800"/>
          </a:xfrm>
        </p:grpSpPr>
        <p:sp>
          <p:nvSpPr>
            <p:cNvPr id="244" name="Google Shape;1910;p35"/>
            <p:cNvSpPr/>
            <p:nvPr/>
          </p:nvSpPr>
          <p:spPr>
            <a:xfrm rot="8808600" flipV="1">
              <a:off x="1614960" y="1616760"/>
              <a:ext cx="204840" cy="320400"/>
            </a:xfrm>
            <a:custGeom>
              <a:avLst/>
              <a:gdLst>
                <a:gd name="textAreaLeft" fmla="*/ 0 w 204840"/>
                <a:gd name="textAreaRight" fmla="*/ 205200 w 204840"/>
                <a:gd name="textAreaTop" fmla="*/ 360 h 320400"/>
                <a:gd name="textAreaBottom" fmla="*/ 321120 h 320400"/>
              </a:gdLst>
              <a:ahLst/>
              <a:cxnLst/>
              <a:rect l="textAreaLeft" t="textAreaTop" r="textAreaRight" b="textAreaBottom"/>
              <a:pathLst>
                <a:path w="5289" h="8269">
                  <a:moveTo>
                    <a:pt x="4164" y="1"/>
                  </a:moveTo>
                  <a:lnTo>
                    <a:pt x="0" y="7144"/>
                  </a:lnTo>
                  <a:lnTo>
                    <a:pt x="1155" y="7691"/>
                  </a:lnTo>
                  <a:lnTo>
                    <a:pt x="2340" y="8268"/>
                  </a:lnTo>
                  <a:lnTo>
                    <a:pt x="5289" y="548"/>
                  </a:lnTo>
                  <a:lnTo>
                    <a:pt x="4711" y="244"/>
                  </a:lnTo>
                  <a:lnTo>
                    <a:pt x="4164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911;p35"/>
            <p:cNvSpPr/>
            <p:nvPr/>
          </p:nvSpPr>
          <p:spPr>
            <a:xfrm rot="8808600" flipV="1">
              <a:off x="1226160" y="1430640"/>
              <a:ext cx="427680" cy="37512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375120"/>
                <a:gd name="textAreaBottom" fmla="*/ 375840 h 375120"/>
              </a:gdLst>
              <a:ahLst/>
              <a:cxnLst/>
              <a:rect l="textAreaLeft" t="textAreaTop" r="textAreaRight" b="textAreaBottom"/>
              <a:pathLst>
                <a:path w="11035" h="9672">
                  <a:moveTo>
                    <a:pt x="5523" y="1"/>
                  </a:moveTo>
                  <a:cubicBezTo>
                    <a:pt x="3712" y="1"/>
                    <a:pt x="1967" y="1021"/>
                    <a:pt x="1156" y="2754"/>
                  </a:cubicBezTo>
                  <a:cubicBezTo>
                    <a:pt x="0" y="5155"/>
                    <a:pt x="1034" y="8073"/>
                    <a:pt x="3435" y="9198"/>
                  </a:cubicBezTo>
                  <a:cubicBezTo>
                    <a:pt x="4095" y="9519"/>
                    <a:pt x="4800" y="9671"/>
                    <a:pt x="5498" y="9671"/>
                  </a:cubicBezTo>
                  <a:cubicBezTo>
                    <a:pt x="7306" y="9671"/>
                    <a:pt x="9068" y="8651"/>
                    <a:pt x="9879" y="6918"/>
                  </a:cubicBezTo>
                  <a:cubicBezTo>
                    <a:pt x="11034" y="4547"/>
                    <a:pt x="10031" y="1660"/>
                    <a:pt x="7599" y="474"/>
                  </a:cubicBezTo>
                  <a:cubicBezTo>
                    <a:pt x="6931" y="153"/>
                    <a:pt x="6222" y="1"/>
                    <a:pt x="552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912;p35"/>
            <p:cNvSpPr/>
            <p:nvPr/>
          </p:nvSpPr>
          <p:spPr>
            <a:xfrm rot="8808600" flipV="1">
              <a:off x="1235160" y="1450080"/>
              <a:ext cx="408600" cy="338760"/>
            </a:xfrm>
            <a:custGeom>
              <a:avLst/>
              <a:gdLst>
                <a:gd name="textAreaLeft" fmla="*/ 0 w 408600"/>
                <a:gd name="textAreaRight" fmla="*/ 408960 w 408600"/>
                <a:gd name="textAreaTop" fmla="*/ -360 h 338760"/>
                <a:gd name="textAreaBottom" fmla="*/ 338760 h 338760"/>
              </a:gdLst>
              <a:ahLst/>
              <a:cxnLst/>
              <a:rect l="textAreaLeft" t="textAreaTop" r="textAreaRight" b="textAreaBottom"/>
              <a:pathLst>
                <a:path w="10548" h="8746">
                  <a:moveTo>
                    <a:pt x="5214" y="48"/>
                  </a:moveTo>
                  <a:cubicBezTo>
                    <a:pt x="6998" y="48"/>
                    <a:pt x="8691" y="1192"/>
                    <a:pt x="9271" y="2931"/>
                  </a:cubicBezTo>
                  <a:cubicBezTo>
                    <a:pt x="10271" y="5880"/>
                    <a:pt x="7961" y="8666"/>
                    <a:pt x="5198" y="8666"/>
                  </a:cubicBezTo>
                  <a:cubicBezTo>
                    <a:pt x="4601" y="8666"/>
                    <a:pt x="3984" y="8536"/>
                    <a:pt x="3374" y="8250"/>
                  </a:cubicBezTo>
                  <a:cubicBezTo>
                    <a:pt x="0" y="6639"/>
                    <a:pt x="304" y="1563"/>
                    <a:pt x="3830" y="286"/>
                  </a:cubicBezTo>
                  <a:cubicBezTo>
                    <a:pt x="4286" y="124"/>
                    <a:pt x="4753" y="48"/>
                    <a:pt x="5214" y="48"/>
                  </a:cubicBezTo>
                  <a:close/>
                  <a:moveTo>
                    <a:pt x="5297" y="0"/>
                  </a:moveTo>
                  <a:cubicBezTo>
                    <a:pt x="3648" y="0"/>
                    <a:pt x="2017" y="903"/>
                    <a:pt x="1246" y="2444"/>
                  </a:cubicBezTo>
                  <a:cubicBezTo>
                    <a:pt x="152" y="4633"/>
                    <a:pt x="1185" y="7277"/>
                    <a:pt x="3344" y="8311"/>
                  </a:cubicBezTo>
                  <a:cubicBezTo>
                    <a:pt x="3938" y="8602"/>
                    <a:pt x="4599" y="8746"/>
                    <a:pt x="5262" y="8746"/>
                  </a:cubicBezTo>
                  <a:cubicBezTo>
                    <a:pt x="6329" y="8746"/>
                    <a:pt x="7401" y="8373"/>
                    <a:pt x="8207" y="7642"/>
                  </a:cubicBezTo>
                  <a:cubicBezTo>
                    <a:pt x="10547" y="5605"/>
                    <a:pt x="10000" y="1715"/>
                    <a:pt x="7143" y="408"/>
                  </a:cubicBezTo>
                  <a:cubicBezTo>
                    <a:pt x="6556" y="131"/>
                    <a:pt x="5926" y="0"/>
                    <a:pt x="5297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913;p35"/>
            <p:cNvSpPr/>
            <p:nvPr/>
          </p:nvSpPr>
          <p:spPr>
            <a:xfrm rot="8808600" flipV="1">
              <a:off x="1269720" y="1469160"/>
              <a:ext cx="341640" cy="29808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360 h 298080"/>
                <a:gd name="textAreaBottom" fmla="*/ 298800 h 298080"/>
              </a:gdLst>
              <a:ahLst/>
              <a:cxnLst/>
              <a:rect l="textAreaLeft" t="textAreaTop" r="textAreaRight" b="textAreaBottom"/>
              <a:pathLst>
                <a:path w="8816" h="7698">
                  <a:moveTo>
                    <a:pt x="4423" y="1"/>
                  </a:moveTo>
                  <a:cubicBezTo>
                    <a:pt x="3002" y="1"/>
                    <a:pt x="1628" y="811"/>
                    <a:pt x="973" y="2186"/>
                  </a:cubicBezTo>
                  <a:cubicBezTo>
                    <a:pt x="1" y="4070"/>
                    <a:pt x="852" y="6380"/>
                    <a:pt x="2736" y="7292"/>
                  </a:cubicBezTo>
                  <a:cubicBezTo>
                    <a:pt x="3280" y="7568"/>
                    <a:pt x="3857" y="7697"/>
                    <a:pt x="4423" y="7697"/>
                  </a:cubicBezTo>
                  <a:cubicBezTo>
                    <a:pt x="5851" y="7697"/>
                    <a:pt x="7220" y="6878"/>
                    <a:pt x="7873" y="5529"/>
                  </a:cubicBezTo>
                  <a:cubicBezTo>
                    <a:pt x="8815" y="3614"/>
                    <a:pt x="7995" y="1304"/>
                    <a:pt x="6080" y="392"/>
                  </a:cubicBezTo>
                  <a:cubicBezTo>
                    <a:pt x="5548" y="126"/>
                    <a:pt x="4982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914;p35"/>
            <p:cNvSpPr/>
            <p:nvPr/>
          </p:nvSpPr>
          <p:spPr>
            <a:xfrm rot="8808600" flipV="1">
              <a:off x="1290960" y="1564560"/>
              <a:ext cx="96480" cy="16956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-360 h 169560"/>
                <a:gd name="textAreaBottom" fmla="*/ 169560 h 169560"/>
              </a:gdLst>
              <a:ahLst/>
              <a:cxnLst/>
              <a:rect l="textAreaLeft" t="textAreaTop" r="textAreaRight" b="textAreaBottom"/>
              <a:pathLst>
                <a:path w="2493" h="4378">
                  <a:moveTo>
                    <a:pt x="0" y="1"/>
                  </a:moveTo>
                  <a:lnTo>
                    <a:pt x="0" y="1"/>
                  </a:lnTo>
                  <a:cubicBezTo>
                    <a:pt x="1520" y="882"/>
                    <a:pt x="2189" y="2736"/>
                    <a:pt x="1520" y="4378"/>
                  </a:cubicBezTo>
                  <a:cubicBezTo>
                    <a:pt x="2493" y="2828"/>
                    <a:pt x="1733" y="609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960" bIns="84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9" name="Прямоугольник 248"/>
          <p:cNvSpPr/>
          <p:nvPr/>
        </p:nvSpPr>
        <p:spPr>
          <a:xfrm>
            <a:off x="4029120" y="1447920"/>
            <a:ext cx="440028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Baze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324680" y="2116440"/>
            <a:ext cx="44002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Osnove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svojstva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primena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hidroksida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Прямоугольник 250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Uvod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2" name="Прямоугольник 251"/>
          <p:cNvSpPr/>
          <p:nvPr/>
        </p:nvSpPr>
        <p:spPr>
          <a:xfrm>
            <a:off x="619200" y="1191759"/>
            <a:ext cx="7905240" cy="21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Baze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su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jedinjenja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metala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hidroksidne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grupe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koja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vodi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disociraju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metalne</a:t>
            </a:r>
            <a:r>
              <a:rPr lang="en-US" sz="1600" b="1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jone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OH⁻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.  </a:t>
            </a:r>
            <a:endParaRPr lang="en-US" sz="1600" b="0" u="none" strike="noStrike" spc="10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spc="10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Takva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disocijacija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određuje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njihova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hemijska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svojstva</a:t>
            </a:r>
            <a:r>
              <a:rPr lang="en-US" sz="1600" b="0" i="1" u="none" strike="noStrike" spc="100">
                <a:solidFill>
                  <a:srgbClr val="0E4655"/>
                </a:solidFill>
                <a:effectLst/>
                <a:uFillTx/>
                <a:latin typeface="Montserrat Medium"/>
              </a:rPr>
              <a:t>,	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provodljivost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rastvora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reaktivnost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industrijskim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procesima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laboratorijskim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analizama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svakodnevnim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primenama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, pa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su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baze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ključne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proizvodnji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čišćenju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hemijskoj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0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zaštiti</a:t>
            </a:r>
            <a:r>
              <a:rPr lang="en-US" sz="1600" b="0" i="1" u="none" strike="noStrike" spc="100" dirty="0">
                <a:solidFill>
                  <a:srgbClr val="0E4655"/>
                </a:solidFill>
                <a:effectLst/>
                <a:uFillTx/>
                <a:latin typeface="Montserrat Medium"/>
              </a:rPr>
              <a:t>.</a:t>
            </a:r>
            <a:endParaRPr lang="en-US" sz="1600" b="0" u="none" strike="noStrike" spc="10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_0:slide_img_lBHmFN.jpg"/>
          <p:cNvPicPr/>
          <p:nvPr/>
        </p:nvPicPr>
        <p:blipFill>
          <a:blip r:embed="rId2"/>
          <a:stretch/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Прямоугольник 253"/>
          <p:cNvSpPr/>
          <p:nvPr/>
        </p:nvSpPr>
        <p:spPr>
          <a:xfrm>
            <a:off x="619200" y="619200"/>
            <a:ext cx="21427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5" name="Прямоугольник 254"/>
          <p:cNvSpPr/>
          <p:nvPr/>
        </p:nvSpPr>
        <p:spPr>
          <a:xfrm>
            <a:off x="619200" y="1428840"/>
            <a:ext cx="347616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Osnove baza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6" name="Прямоугольник 255"/>
          <p:cNvSpPr/>
          <p:nvPr/>
        </p:nvSpPr>
        <p:spPr>
          <a:xfrm>
            <a:off x="619200" y="3333600"/>
            <a:ext cx="34761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Прямоугольник 25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Sastav i disocijacija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Прямоугольник 257"/>
          <p:cNvSpPr/>
          <p:nvPr/>
        </p:nvSpPr>
        <p:spPr>
          <a:xfrm>
            <a:off x="493694" y="1627214"/>
            <a:ext cx="790524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>
              <a:lnSpc>
                <a:spcPct val="169999"/>
              </a:lnSpc>
              <a:tabLst>
                <a:tab pos="0" algn="l"/>
              </a:tabLst>
            </a:pP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Baze se u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vodi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razlažu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na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metalne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katione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OH⁻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anione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,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što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obezbeđuje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električnu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provodljivost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rastvora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.  </a:t>
            </a:r>
          </a:p>
          <a:p>
            <a:pPr>
              <a:lnSpc>
                <a:spcPct val="169999"/>
              </a:lnSpc>
              <a:tabLst>
                <a:tab pos="0" algn="l"/>
              </a:tabLst>
            </a:pPr>
            <a:endParaRPr lang="en-US" sz="1600" i="1" spc="100" dirty="0">
              <a:solidFill>
                <a:srgbClr val="0E4655"/>
              </a:solidFill>
              <a:latin typeface="Montserrat Medium"/>
            </a:endParaRPr>
          </a:p>
          <a:p>
            <a:pPr>
              <a:lnSpc>
                <a:spcPct val="169999"/>
              </a:lnSpc>
              <a:tabLst>
                <a:tab pos="0" algn="l"/>
              </a:tabLst>
            </a:pP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Većina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baza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je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čvrsta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zbog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jonske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rešetke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jakih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međujonskih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sila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;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rastvorljivost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varira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u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zavisnosti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od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građa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polariteta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.  </a:t>
            </a:r>
          </a:p>
          <a:p>
            <a:pPr>
              <a:lnSpc>
                <a:spcPct val="169999"/>
              </a:lnSpc>
              <a:tabLst>
                <a:tab pos="0" algn="l"/>
              </a:tabLst>
            </a:pPr>
            <a:endParaRPr lang="en-US" sz="1600" i="1" spc="100" dirty="0">
              <a:solidFill>
                <a:srgbClr val="0E4655"/>
              </a:solidFill>
              <a:latin typeface="Montserrat Medium"/>
            </a:endParaRPr>
          </a:p>
          <a:p>
            <a:pPr>
              <a:lnSpc>
                <a:spcPct val="169999"/>
              </a:lnSpc>
              <a:tabLst>
                <a:tab pos="0" algn="l"/>
              </a:tabLst>
            </a:pP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Razumevanje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disocijacije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je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ključno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za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predviđanje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reaktivnosti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, pH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efekata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primene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u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industriji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600" i="1" spc="100" dirty="0" err="1">
                <a:solidFill>
                  <a:srgbClr val="0E4655"/>
                </a:solidFill>
                <a:latin typeface="Montserrat Medium"/>
              </a:rPr>
              <a:t>laboratoriji</a:t>
            </a:r>
            <a:r>
              <a:rPr lang="en-US" sz="1600" i="1" spc="100" dirty="0">
                <a:solidFill>
                  <a:srgbClr val="0E4655"/>
                </a:solidFill>
                <a:latin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image_0:slide_img_hiaeGN.jpg"/>
          <p:cNvPicPr/>
          <p:nvPr/>
        </p:nvPicPr>
        <p:blipFill>
          <a:blip r:embed="rId2"/>
          <a:stretch/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Прямоугольник 259"/>
          <p:cNvSpPr/>
          <p:nvPr/>
        </p:nvSpPr>
        <p:spPr>
          <a:xfrm>
            <a:off x="5048280" y="619200"/>
            <a:ext cx="34761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Nastanak iz oksida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1" name="Прямоугольник 260"/>
          <p:cNvSpPr/>
          <p:nvPr/>
        </p:nvSpPr>
        <p:spPr>
          <a:xfrm>
            <a:off x="5048280" y="1905120"/>
            <a:ext cx="3476160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>
              <a:lnSpc>
                <a:spcPct val="159998"/>
              </a:lnSpc>
              <a:tabLst>
                <a:tab pos="0" algn="l"/>
              </a:tabLst>
            </a:pP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Većina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baza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nastaje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reakcijom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baznih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oksida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sa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vodom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: Ca(OH)₂, NaOH, Mg(OH)₂. Neki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oksidi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(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npr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.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Fe₂O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₃,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Al₂O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₃) ne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reaguju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direktno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sa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 </a:t>
            </a:r>
            <a:r>
              <a:rPr lang="en-US" sz="1200" i="1" spc="100" dirty="0" err="1">
                <a:solidFill>
                  <a:srgbClr val="0E4655"/>
                </a:solidFill>
                <a:latin typeface="Montserrat Medium"/>
              </a:rPr>
              <a:t>vodom</a:t>
            </a:r>
            <a:r>
              <a:rPr lang="en-US" sz="1200" i="1" spc="100" dirty="0">
                <a:solidFill>
                  <a:srgbClr val="0E4655"/>
                </a:solidFill>
                <a:latin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Прямоугольник 26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Imenovanje i primeri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3" name="Прямоугольник 262"/>
          <p:cNvSpPr/>
          <p:nvPr/>
        </p:nvSpPr>
        <p:spPr>
          <a:xfrm>
            <a:off x="511624" y="1809990"/>
            <a:ext cx="7905240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Naziv se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dobija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dodavanjem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reči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hidroksid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uz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metal: NaOH –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natrijum-hidroksid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Ca(OH)₂ –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kalcijum-hidroksid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.</a:t>
            </a: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Metali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sa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promenljivom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valencu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označavaju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se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rimskim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brojem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: Fe(OH)₂ –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gvožđe</a:t>
            </a:r>
            <a:r>
              <a:rPr lang="en-US" sz="1600" b="0" i="1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(II)-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hidroksid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Fe(OH)₃ –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gvožđe</a:t>
            </a:r>
            <a:r>
              <a:rPr lang="en-US" sz="1600" b="0" i="1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(III)-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hidroksid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.</a:t>
            </a: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image_0:slide_img_adDdHN.jpg"/>
          <p:cNvPicPr/>
          <p:nvPr/>
        </p:nvPicPr>
        <p:blipFill>
          <a:blip r:embed="rId2"/>
          <a:stretch/>
        </p:blipFill>
        <p:spPr>
          <a:xfrm>
            <a:off x="228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Прямоугольник 264"/>
          <p:cNvSpPr/>
          <p:nvPr/>
        </p:nvSpPr>
        <p:spPr>
          <a:xfrm>
            <a:off x="5048280" y="619200"/>
            <a:ext cx="228564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Прямоугольник 265"/>
          <p:cNvSpPr/>
          <p:nvPr/>
        </p:nvSpPr>
        <p:spPr>
          <a:xfrm>
            <a:off x="504828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Svojstva i primena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7" name="Прямоугольник 266"/>
          <p:cNvSpPr/>
          <p:nvPr/>
        </p:nvSpPr>
        <p:spPr>
          <a:xfrm>
            <a:off x="5048280" y="3333600"/>
            <a:ext cx="34761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image_0:slide_img_aKKEHN.jpg"/>
          <p:cNvPicPr/>
          <p:nvPr/>
        </p:nvPicPr>
        <p:blipFill>
          <a:blip r:embed="rId2"/>
          <a:stretch/>
        </p:blipFill>
        <p:spPr>
          <a:xfrm>
            <a:off x="4800600" y="257040"/>
            <a:ext cx="4114440" cy="46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Прямоугольник 268"/>
          <p:cNvSpPr/>
          <p:nvPr/>
        </p:nvSpPr>
        <p:spPr>
          <a:xfrm>
            <a:off x="619200" y="619200"/>
            <a:ext cx="347616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Fizikalna i hemijska svojstva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Прямоугольник 269"/>
          <p:cNvSpPr/>
          <p:nvPr/>
        </p:nvSpPr>
        <p:spPr>
          <a:xfrm>
            <a:off x="619200" y="1905120"/>
            <a:ext cx="347616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E4655"/>
                </a:solidFill>
                <a:effectLst/>
                <a:uFillTx/>
                <a:latin typeface="Montserrat Medium"/>
              </a:rPr>
              <a:t>Većina hidroksida je čvrsta zbog ionske rešetke; rastvori provode struju zbog slobodnih jona.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E4655"/>
                </a:solidFill>
                <a:effectLst/>
                <a:uFillTx/>
                <a:latin typeface="Montserrat Medium"/>
              </a:rPr>
              <a:t>Rastvorljivost varira: </a:t>
            </a:r>
            <a:r>
              <a:rPr lang="en-US" sz="1600" b="0" i="1" u="none" strike="noStrike">
                <a:solidFill>
                  <a:srgbClr val="0E4655"/>
                </a:solidFill>
                <a:effectLst/>
                <a:uFillTx/>
                <a:latin typeface="Montserrat Medium"/>
              </a:rPr>
              <a:t>alkalni</a:t>
            </a:r>
            <a:r>
              <a:rPr lang="en-US" sz="1600" b="0" u="none" strike="noStrike">
                <a:solidFill>
                  <a:srgbClr val="0E4655"/>
                </a:solidFill>
                <a:effectLst/>
                <a:uFillTx/>
                <a:latin typeface="Montserrat Medium"/>
              </a:rPr>
              <a:t> metalni hidroksidi su dobro rastvorljivi, mnogi ostali slabo ili nerastvorljivi.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Прямоугольник 270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Indikatori i opasnosti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48E293-C821-DD60-C561-A0E9E9BCFC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725" y="1541045"/>
            <a:ext cx="2483998" cy="14332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68126D3-0014-A405-B311-0875C28DA0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6" y="1541045"/>
            <a:ext cx="2548059" cy="139102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4B582E5-C4CB-B320-F3EB-5173160EE748}"/>
              </a:ext>
            </a:extLst>
          </p:cNvPr>
          <p:cNvGrpSpPr/>
          <p:nvPr/>
        </p:nvGrpSpPr>
        <p:grpSpPr>
          <a:xfrm>
            <a:off x="3419395" y="1690487"/>
            <a:ext cx="1128115" cy="1044928"/>
            <a:chOff x="3419395" y="1690487"/>
            <a:chExt cx="1128115" cy="1044928"/>
          </a:xfrm>
        </p:grpSpPr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645C0FFC-6D4C-BC79-61AF-03CF28EF86AE}"/>
                </a:ext>
              </a:extLst>
            </p:cNvPr>
            <p:cNvCxnSpPr>
              <a:cxnSpLocks/>
            </p:cNvCxnSpPr>
            <p:nvPr/>
          </p:nvCxnSpPr>
          <p:spPr>
            <a:xfrm>
              <a:off x="3419395" y="2067005"/>
              <a:ext cx="714615" cy="0"/>
            </a:xfrm>
            <a:prstGeom prst="line">
              <a:avLst/>
            </a:prstGeom>
            <a:ln w="53975">
              <a:solidFill>
                <a:schemeClr val="accent5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47AABBFF-809E-C69F-26EC-89BBCDEC0B37}"/>
                </a:ext>
              </a:extLst>
            </p:cNvPr>
            <p:cNvCxnSpPr>
              <a:cxnSpLocks/>
            </p:cNvCxnSpPr>
            <p:nvPr/>
          </p:nvCxnSpPr>
          <p:spPr>
            <a:xfrm>
              <a:off x="3419395" y="2434558"/>
              <a:ext cx="714615" cy="0"/>
            </a:xfrm>
            <a:prstGeom prst="line">
              <a:avLst/>
            </a:prstGeom>
            <a:ln w="53975">
              <a:solidFill>
                <a:schemeClr val="accent5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E3A99BC4-8218-0362-CBAA-7341EB21A74C}"/>
                </a:ext>
              </a:extLst>
            </p:cNvPr>
            <p:cNvCxnSpPr>
              <a:cxnSpLocks/>
            </p:cNvCxnSpPr>
            <p:nvPr/>
          </p:nvCxnSpPr>
          <p:spPr>
            <a:xfrm>
              <a:off x="4049486" y="1690487"/>
              <a:ext cx="498024" cy="443215"/>
            </a:xfrm>
            <a:prstGeom prst="line">
              <a:avLst/>
            </a:prstGeom>
            <a:ln w="53975">
              <a:solidFill>
                <a:schemeClr val="accent5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146B001C-A214-9F93-F14E-1890D888F4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4010" y="2133702"/>
              <a:ext cx="413500" cy="601713"/>
            </a:xfrm>
            <a:prstGeom prst="line">
              <a:avLst/>
            </a:prstGeom>
            <a:ln w="53975">
              <a:solidFill>
                <a:schemeClr val="accent5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2" name="Прямоугольник 271"/>
          <p:cNvSpPr/>
          <p:nvPr/>
        </p:nvSpPr>
        <p:spPr>
          <a:xfrm>
            <a:off x="862159" y="2621849"/>
            <a:ext cx="7662281" cy="18257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Baze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menjaju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boju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indikatora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: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crveni</a:t>
            </a:r>
            <a:r>
              <a:rPr lang="en-US" sz="1600" b="0" i="1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lakmus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postaje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plav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a pH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indikatori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jasno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razlikuju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jačine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baza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.  </a:t>
            </a: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Jake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baze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nagrizajuće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izazivaju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opekotine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oštećenje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materijala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; ne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dodirivati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niti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probavati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.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Koristiti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zaštitu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: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rukavice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naočare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ventilaciju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posedovati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neutralizatore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za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hitne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spc="150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slučajeve</a:t>
            </a:r>
            <a:r>
              <a:rPr lang="en-US" sz="1600" b="0" u="none" strike="noStrike" spc="150" dirty="0">
                <a:solidFill>
                  <a:srgbClr val="0E4655"/>
                </a:solidFill>
                <a:effectLst/>
                <a:uFillTx/>
                <a:latin typeface="Montserrat Medium"/>
              </a:rPr>
              <a:t>.</a:t>
            </a:r>
            <a:endParaRPr lang="en-US" sz="1600" b="0" u="none" strike="noStrike" spc="15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900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Прямоугольник 272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E4655"/>
                </a:solidFill>
                <a:effectLst/>
                <a:uFillTx/>
                <a:latin typeface="Bodoni Moda SemiBold"/>
              </a:rPr>
              <a:t>Industrijska i svakodnevna primena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Прямоугольник 273"/>
          <p:cNvSpPr/>
          <p:nvPr/>
        </p:nvSpPr>
        <p:spPr>
          <a:xfrm>
            <a:off x="619200" y="1905120"/>
            <a:ext cx="790524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NaOH se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koristi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proizvodnji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sapuna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papira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industrijskih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sredstava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za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čišćenje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gde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obezbeđuje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odmašćivanje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hemijsku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preradu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. Ca(OH)₂ (</a:t>
            </a:r>
            <a:r>
              <a:rPr lang="en-US" sz="1600" b="0" i="1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gašeni</a:t>
            </a:r>
            <a:r>
              <a:rPr lang="en-US" sz="1600" b="0" i="1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i="1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kreč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) je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ključan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malterisanju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neutralizaciji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zemljišta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građevinarstvu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. 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NH₃ je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osnovna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sirovina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za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đubriva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rashladne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sisteme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,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dok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se Mg(OH)₂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primenjuje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kao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1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antacid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neutralizator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u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medicini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industrijskim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otpadnim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vodama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314875" y="1650973"/>
            <a:ext cx="6325235" cy="129266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 dirty="0">
                <a:solidFill>
                  <a:schemeClr val="lt1"/>
                </a:solidFill>
                <a:effectLst/>
                <a:uFillTx/>
                <a:latin typeface="Bodoni Moda SemiBold"/>
                <a:ea typeface="Bodoni Moda SemiBold"/>
              </a:rPr>
              <a:t>Hvala na pa</a:t>
            </a:r>
            <a:r>
              <a:rPr lang="sr-Latn-RS" sz="7200" dirty="0">
                <a:solidFill>
                  <a:schemeClr val="lt1"/>
                </a:solidFill>
                <a:latin typeface="Bodoni Moda SemiBold"/>
                <a:ea typeface="Bodoni Moda SemiBold"/>
              </a:rPr>
              <a:t>žnji</a:t>
            </a:r>
            <a:r>
              <a:rPr lang="en-US" sz="7200" dirty="0">
                <a:solidFill>
                  <a:schemeClr val="lt1"/>
                </a:solidFill>
                <a:latin typeface="Bodoni Moda SemiBold"/>
                <a:ea typeface="Bodoni Moda SemiBold"/>
              </a:rPr>
              <a:t>!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AAD219-FC6F-D329-8A92-691439CBD068}"/>
              </a:ext>
            </a:extLst>
          </p:cNvPr>
          <p:cNvSpPr/>
          <p:nvPr/>
        </p:nvSpPr>
        <p:spPr>
          <a:xfrm>
            <a:off x="2232213" y="3765176"/>
            <a:ext cx="4679576" cy="34065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975CA9-3089-DEFD-7BFD-7B044C2001F9}"/>
              </a:ext>
            </a:extLst>
          </p:cNvPr>
          <p:cNvSpPr/>
          <p:nvPr/>
        </p:nvSpPr>
        <p:spPr>
          <a:xfrm>
            <a:off x="2062192" y="-1291321"/>
            <a:ext cx="44002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Prezentaciju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uradili</a:t>
            </a: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 I </a:t>
            </a:r>
            <a:r>
              <a:rPr lang="en-US" sz="1600" b="0" u="none" strike="noStrike" dirty="0" err="1">
                <a:solidFill>
                  <a:srgbClr val="0E4655"/>
                </a:solidFill>
                <a:effectLst/>
                <a:uFillTx/>
                <a:latin typeface="Montserrat Medium"/>
              </a:rPr>
              <a:t>prezentovali</a:t>
            </a:r>
            <a:r>
              <a:rPr lang="ru-RU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: </a:t>
            </a:r>
            <a:endParaRPr lang="sr-Latn-RS" sz="1600" b="0" u="none" strike="noStrike" dirty="0">
              <a:solidFill>
                <a:srgbClr val="0E4655"/>
              </a:solidFill>
              <a:effectLst/>
              <a:uFillTx/>
              <a:latin typeface="Montserrat Medium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M</a:t>
            </a: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ihail D.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Maksim</a:t>
            </a: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 L.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Marko M</a:t>
            </a: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.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Milan S.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Armin B.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Di</a:t>
            </a: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zajn i tekst napravio</a:t>
            </a:r>
            <a:r>
              <a:rPr lang="en-US" sz="1600" dirty="0">
                <a:solidFill>
                  <a:srgbClr val="0E4655"/>
                </a:solidFill>
                <a:latin typeface="Montserrat Medium"/>
              </a:rPr>
              <a:t>: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Mihail D.</a:t>
            </a:r>
            <a:endParaRPr lang="en-US" sz="1600" dirty="0">
              <a:solidFill>
                <a:srgbClr val="0E4655"/>
              </a:solidFill>
              <a:latin typeface="Montserrat Medium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AI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 err="1">
                <a:solidFill>
                  <a:srgbClr val="0E4655"/>
                </a:solidFill>
                <a:latin typeface="Montserrat Medium"/>
              </a:rPr>
              <a:t>Podaci</a:t>
            </a:r>
            <a:r>
              <a:rPr lang="en-US" sz="1600" dirty="0">
                <a:solidFill>
                  <a:srgbClr val="0E4655"/>
                </a:solidFill>
                <a:latin typeface="Montserrat Medium"/>
              </a:rPr>
              <a:t>: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U</a:t>
            </a: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džbenik iz hemije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dirty="0">
                <a:solidFill>
                  <a:srgbClr val="0E4655"/>
                </a:solidFill>
                <a:latin typeface="Montserrat Medium"/>
              </a:rPr>
              <a:t>Internet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sr-Latn-RS" sz="1600" b="0" u="none" strike="noStrike" dirty="0">
                <a:solidFill>
                  <a:srgbClr val="0E4655"/>
                </a:solidFill>
                <a:effectLst/>
                <a:uFillTx/>
                <a:latin typeface="Montserrat Medium"/>
              </a:rPr>
              <a:t>Ostalo</a:t>
            </a:r>
            <a:endParaRPr lang="en-US" sz="1600" b="0" u="none" strike="noStrike" dirty="0">
              <a:solidFill>
                <a:srgbClr val="0E4655"/>
              </a:solidFill>
              <a:effectLst/>
              <a:uFillTx/>
              <a:latin typeface="Montserrat Medium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E4655"/>
              </a:solidFill>
              <a:effectLst/>
              <a:uFillTx/>
              <a:latin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5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</p:bldLst>
  </p:timing>
</p:sld>
</file>

<file path=ppt/theme/theme1.xml><?xml version="1.0" encoding="utf-8"?>
<a:theme xmlns:a="http://schemas.openxmlformats.org/drawingml/2006/main" name="Analytical Chemistry by Slidesgo">
  <a:themeElements>
    <a:clrScheme name="Simple Light">
      <a:dk1>
        <a:srgbClr val="D9D9D9"/>
      </a:dk1>
      <a:lt1>
        <a:srgbClr val="0E4655"/>
      </a:lt1>
      <a:dk2>
        <a:srgbClr val="FFFFFF"/>
      </a:dk2>
      <a:lt2>
        <a:srgbClr val="9BA144"/>
      </a:lt2>
      <a:accent1>
        <a:srgbClr val="6B96A6"/>
      </a:accent1>
      <a:accent2>
        <a:srgbClr val="C6573F"/>
      </a:accent2>
      <a:accent3>
        <a:srgbClr val="B7B7B7"/>
      </a:accent3>
      <a:accent4>
        <a:srgbClr val="1B2F3C"/>
      </a:accent4>
      <a:accent5>
        <a:srgbClr val="F3F3F3"/>
      </a:accent5>
      <a:accent6>
        <a:srgbClr val="FFFFFF"/>
      </a:accent6>
      <a:hlink>
        <a:srgbClr val="0E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437</Words>
  <Application>Microsoft Office PowerPoint</Application>
  <PresentationFormat>Экран (16:9)</PresentationFormat>
  <Paragraphs>48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Bodoni Moda SemiBold</vt:lpstr>
      <vt:lpstr>Montserrat</vt:lpstr>
      <vt:lpstr>Montserrat Medium</vt:lpstr>
      <vt:lpstr>OpenSymbol</vt:lpstr>
      <vt:lpstr>Symbol</vt:lpstr>
      <vt:lpstr>Wingdings</vt:lpstr>
      <vt:lpstr>Analytical Chemistry by Slidesgo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Hvala na pažnji!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</cp:lastModifiedBy>
  <cp:revision>2</cp:revision>
  <dcterms:modified xsi:type="dcterms:W3CDTF">2026-05-28T18:15:32Z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2026-05-28T17:03:15Z</dcterms:created>
  <dc:creator>Unknown Creator</dc:creator>
  <dc:description/>
  <dc:language>en-US</dc:language>
  <cp:lastModifiedBy>Unknown Creator</cp:lastModifiedBy>
  <dcterms:modified xsi:type="dcterms:W3CDTF">2026-05-28T17:03:15Z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